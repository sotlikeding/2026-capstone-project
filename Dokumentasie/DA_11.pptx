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64" r:id="rId3"/>
    <p:sldId id="286" r:id="rId4"/>
    <p:sldId id="265" r:id="rId5"/>
    <p:sldId id="291" r:id="rId6"/>
    <p:sldId id="290" r:id="rId7"/>
    <p:sldId id="305" r:id="rId8"/>
    <p:sldId id="266" r:id="rId9"/>
    <p:sldId id="292" r:id="rId10"/>
    <p:sldId id="299" r:id="rId11"/>
    <p:sldId id="300" r:id="rId12"/>
    <p:sldId id="267" r:id="rId13"/>
    <p:sldId id="293" r:id="rId14"/>
    <p:sldId id="302" r:id="rId15"/>
    <p:sldId id="303" r:id="rId16"/>
    <p:sldId id="304" r:id="rId17"/>
    <p:sldId id="275" r:id="rId18"/>
    <p:sldId id="287" r:id="rId19"/>
    <p:sldId id="268" r:id="rId20"/>
    <p:sldId id="274" r:id="rId21"/>
    <p:sldId id="269" r:id="rId22"/>
    <p:sldId id="297" r:id="rId23"/>
    <p:sldId id="298" r:id="rId24"/>
    <p:sldId id="278" r:id="rId25"/>
    <p:sldId id="288" r:id="rId26"/>
    <p:sldId id="279" r:id="rId27"/>
    <p:sldId id="270" r:id="rId28"/>
    <p:sldId id="277" r:id="rId29"/>
    <p:sldId id="271" r:id="rId30"/>
    <p:sldId id="283" r:id="rId31"/>
    <p:sldId id="281" r:id="rId32"/>
    <p:sldId id="284" r:id="rId33"/>
    <p:sldId id="306" r:id="rId34"/>
    <p:sldId id="272" r:id="rId35"/>
    <p:sldId id="301" r:id="rId36"/>
    <p:sldId id="263" r:id="rId37"/>
  </p:sldIdLst>
  <p:sldSz cx="12192000" cy="6858000"/>
  <p:notesSz cx="6858000" cy="9144000"/>
  <p:embeddedFontLst>
    <p:embeddedFont>
      <p:font typeface="Play" panose="020B0604020202020204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gfjfzmcJB70vUybo2GbqPQSLH3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9E2DA5-0060-446E-B713-A68B55F47AD3}" v="11" dt="2026-09-11T06:24:01.2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62" autoAdjust="0"/>
  </p:normalViewPr>
  <p:slideViewPr>
    <p:cSldViewPr snapToGrid="0">
      <p:cViewPr varScale="1">
        <p:scale>
          <a:sx n="103" d="100"/>
          <a:sy n="103" d="100"/>
        </p:scale>
        <p:origin x="876" y="-17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image" Target="../media/image18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7C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3064" y="569140"/>
            <a:ext cx="3006587" cy="300658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477303" y="5380667"/>
            <a:ext cx="54582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af-ZA" sz="1800" b="0" i="0" u="none" strike="noStrike" cap="none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Helgard Oosthuysen - 2024090233</a:t>
            </a:r>
            <a:br>
              <a:rPr lang="af-ZA" sz="1800" b="0" i="0" u="none" strike="noStrike" cap="none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af-ZA" sz="1800" b="0" i="0" u="none" strike="noStrike" cap="none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Keagan Gous - 2023010480</a:t>
            </a:r>
            <a:br>
              <a:rPr lang="af-ZA" sz="1800" b="0" i="0" u="none" strike="noStrike" cap="none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af-ZA" sz="1800" b="0" i="0" u="none" strike="noStrike" cap="none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Trevan Lang - 2023010743</a:t>
            </a:r>
            <a:br>
              <a:rPr lang="af-ZA" sz="1800" b="0" i="0" u="none" strike="noStrike" cap="none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af-ZA" sz="1800" b="0" i="0" u="none" strike="noStrike" cap="none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Wian Pretorius - 2022010659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47537" y="3250000"/>
            <a:ext cx="5500000" cy="1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2000" b="1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MikPunt: Een Jag van Begin tot Einde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600" b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Bruikbaarheidstudie &amp; Stelseldemo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600" b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Span 2: Kode-X · Mentor: Dr. Wynand Nel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600" b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16 Oktober 2026 </a:t>
            </a: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4">
            <a:alphaModFix amt="70000"/>
          </a:blip>
          <a:srcRect t="20672" b="23078"/>
          <a:stretch/>
        </p:blipFill>
        <p:spPr>
          <a:xfrm>
            <a:off x="6095999" y="0"/>
            <a:ext cx="6096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/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1" name="Kicker"/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af-ZA" sz="1200" b="1" i="0" dirty="0">
              <a:solidFill>
                <a:schemeClr val="accent6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02" name="Titel"/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Probleemstelling &amp; MikPunt Oplossing</a:t>
            </a:r>
          </a:p>
        </p:txBody>
      </p:sp>
      <p:sp>
        <p:nvSpPr>
          <p:cNvPr id="203" name="Probleem"/>
          <p:cNvSpPr/>
          <p:nvPr/>
        </p:nvSpPr>
        <p:spPr>
          <a:xfrm>
            <a:off x="5600000" y="620000"/>
            <a:ext cx="6100000" cy="26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04" name="Probleem punt"/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05" name="Probleem kop"/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Die Probleem in Jagbestuur</a:t>
            </a:r>
          </a:p>
        </p:txBody>
      </p:sp>
      <p:sp>
        <p:nvSpPr>
          <p:cNvPr id="206" name="Probleem teks"/>
          <p:cNvSpPr txBox="1"/>
          <p:nvPr/>
        </p:nvSpPr>
        <p:spPr>
          <a:xfrm>
            <a:off x="5770000" y="1140000"/>
            <a:ext cx="5760000" cy="20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6"/>
              </a:buClr>
              <a:buSzPct val="100000"/>
              <a:buFont typeface="Arial"/>
              <a:buChar char="•"/>
            </a:pPr>
            <a:r>
              <a:rPr lang="af-ZA" sz="1400" b="1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Fragmentasie: </a:t>
            </a: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Kommunikasie, permitte en besprekings vind op losstaande platforms plaas.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6"/>
              </a:buClr>
              <a:buSzPct val="100000"/>
              <a:buFont typeface="Arial"/>
              <a:buChar char="•"/>
            </a:pPr>
            <a:r>
              <a:rPr lang="af-ZA" sz="1400" b="1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Wetgewing &amp; Papierwerk: </a:t>
            </a: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SAPS 520 en permitte veroorsaak vertragings en voldoeningsrisiko's.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6"/>
              </a:buClr>
              <a:buSzPct val="100000"/>
              <a:buFont typeface="Arial"/>
              <a:buChar char="•"/>
            </a:pPr>
            <a:r>
              <a:rPr lang="af-ZA" sz="1400" b="1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Slegte Veldervaring: </a:t>
            </a: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Geen betroubare in-veld funksionaliteit vir jagters en professionele jagters (PH's) nie.</a:t>
            </a:r>
          </a:p>
        </p:txBody>
      </p:sp>
      <p:sp>
        <p:nvSpPr>
          <p:cNvPr id="207" name="Oplossing"/>
          <p:cNvSpPr/>
          <p:nvPr/>
        </p:nvSpPr>
        <p:spPr>
          <a:xfrm>
            <a:off x="5600000" y="3420000"/>
            <a:ext cx="6100000" cy="283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08" name="Oplossing punt"/>
          <p:cNvSpPr/>
          <p:nvPr/>
        </p:nvSpPr>
        <p:spPr>
          <a:xfrm>
            <a:off x="5770000" y="36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09" name="Oplossing kop"/>
          <p:cNvSpPr txBox="1"/>
          <p:nvPr/>
        </p:nvSpPr>
        <p:spPr>
          <a:xfrm>
            <a:off x="5980000" y="35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Die MikPunt Oplossing (100% Voltooibaar)</a:t>
            </a:r>
          </a:p>
        </p:txBody>
      </p:sp>
      <p:sp>
        <p:nvSpPr>
          <p:cNvPr id="210" name="Oplossing teks"/>
          <p:cNvSpPr txBox="1"/>
          <p:nvPr/>
        </p:nvSpPr>
        <p:spPr>
          <a:xfrm>
            <a:off x="5770000" y="3940000"/>
            <a:ext cx="5760000" cy="2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6"/>
              </a:buClr>
              <a:buSzPct val="100000"/>
              <a:buFont typeface="Arial"/>
              <a:buChar char="•"/>
            </a:pPr>
            <a:r>
              <a:rPr lang="af-ZA" sz="1400" b="1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Sentrakaliseerde Platform: </a:t>
            </a: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Geïntegreerde Web (Boer/Admin) en Mobiele App (Jagter/PH) via .NET WebAPI.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6"/>
              </a:buClr>
              <a:buSzPct val="100000"/>
              <a:buFont typeface="Arial"/>
              <a:buChar char="•"/>
            </a:pPr>
            <a:r>
              <a:rPr lang="af-ZA" sz="1400" b="1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End-tot-End Vloei: </a:t>
            </a: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Van pakketpublisering en bespreking tot permitte, in-veld media en trofeekamer.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6"/>
              </a:buClr>
              <a:buSzPct val="100000"/>
              <a:buFont typeface="Arial"/>
              <a:buChar char="•"/>
            </a:pPr>
            <a:r>
              <a:rPr lang="af-ZA" sz="1400" b="1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Werklike Databasis: </a:t>
            </a: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Gehuisveste staging-omgewing (4 toetsrondes) met lewendige SQL Server databasis.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20000">
        <p15:prstTrans prst="curtains"/>
      </p:transition>
    </mc:Choice>
    <mc:Fallback xmlns="">
      <p:transition spd="slow" advTm="20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209BF-9FAD-8B90-6276-21C9C72D9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7BDAC7B-AAD4-AB3B-48AA-ECE4DBA67239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02CDC491-87F5-561F-D22D-3B3E9FC0B452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FB644F21-103A-B6F9-ACDB-677DE30C9B1E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1" name="Kicker">
            <a:extLst>
              <a:ext uri="{FF2B5EF4-FFF2-40B4-BE49-F238E27FC236}">
                <a16:creationId xmlns:a16="http://schemas.microsoft.com/office/drawing/2014/main" id="{CDCDB8A9-C0B0-ED7D-C761-96781FE19AA8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1</a:t>
            </a:r>
          </a:p>
        </p:txBody>
      </p:sp>
      <p:sp>
        <p:nvSpPr>
          <p:cNvPr id="212" name="Titel">
            <a:extLst>
              <a:ext uri="{FF2B5EF4-FFF2-40B4-BE49-F238E27FC236}">
                <a16:creationId xmlns:a16="http://schemas.microsoft.com/office/drawing/2014/main" id="{57AB3DDE-682A-CE68-6972-7A6CA6224CC8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Registrasie, Aanmelding &amp; Dokumente</a:t>
            </a:r>
          </a:p>
        </p:txBody>
      </p:sp>
      <p:sp>
        <p:nvSpPr>
          <p:cNvPr id="213" name="Kaart 1">
            <a:extLst>
              <a:ext uri="{FF2B5EF4-FFF2-40B4-BE49-F238E27FC236}">
                <a16:creationId xmlns:a16="http://schemas.microsoft.com/office/drawing/2014/main" id="{5FBC0019-7F35-9010-0D83-C1977916A2E8}"/>
              </a:ext>
            </a:extLst>
          </p:cNvPr>
          <p:cNvSpPr/>
          <p:nvPr/>
        </p:nvSpPr>
        <p:spPr>
          <a:xfrm>
            <a:off x="5600000" y="62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14" name="Kaart 1 punt">
            <a:extLst>
              <a:ext uri="{FF2B5EF4-FFF2-40B4-BE49-F238E27FC236}">
                <a16:creationId xmlns:a16="http://schemas.microsoft.com/office/drawing/2014/main" id="{200AB5DF-715C-D812-A061-AE9B66C129A0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15" name="Kaart 1 kop">
            <a:extLst>
              <a:ext uri="{FF2B5EF4-FFF2-40B4-BE49-F238E27FC236}">
                <a16:creationId xmlns:a16="http://schemas.microsoft.com/office/drawing/2014/main" id="{1F367B3E-3070-F638-075F-53C1C206032E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Registrasie &amp; Aanmelding</a:t>
            </a:r>
          </a:p>
        </p:txBody>
      </p:sp>
      <p:sp>
        <p:nvSpPr>
          <p:cNvPr id="216" name="Kaart 1 teks">
            <a:extLst>
              <a:ext uri="{FF2B5EF4-FFF2-40B4-BE49-F238E27FC236}">
                <a16:creationId xmlns:a16="http://schemas.microsoft.com/office/drawing/2014/main" id="{FFE4CE0D-82CC-C379-D82D-CE0C9A82CD73}"/>
              </a:ext>
            </a:extLst>
          </p:cNvPr>
          <p:cNvSpPr txBox="1"/>
          <p:nvPr/>
        </p:nvSpPr>
        <p:spPr>
          <a:xfrm>
            <a:off x="5770000" y="114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Kodes oorleef nou </a:t>
            </a:r>
            <a:r>
              <a:rPr lang="af-ZA" sz="1400" b="0" i="0" dirty="0" err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ontplooing</a:t>
            </a: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. Ná 5 verkeerde pogings word dit gesluit. Uittekening beëindig nou bedienersessie en skorsings tree dadelik in werking.</a:t>
            </a:r>
          </a:p>
        </p:txBody>
      </p:sp>
      <p:sp>
        <p:nvSpPr>
          <p:cNvPr id="217" name="Kaart 2">
            <a:extLst>
              <a:ext uri="{FF2B5EF4-FFF2-40B4-BE49-F238E27FC236}">
                <a16:creationId xmlns:a16="http://schemas.microsoft.com/office/drawing/2014/main" id="{8CE64925-BE6C-FE0D-19E5-8442AC64DE64}"/>
              </a:ext>
            </a:extLst>
          </p:cNvPr>
          <p:cNvSpPr/>
          <p:nvPr/>
        </p:nvSpPr>
        <p:spPr>
          <a:xfrm>
            <a:off x="5600000" y="227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18" name="Kaart 2 punt">
            <a:extLst>
              <a:ext uri="{FF2B5EF4-FFF2-40B4-BE49-F238E27FC236}">
                <a16:creationId xmlns:a16="http://schemas.microsoft.com/office/drawing/2014/main" id="{489406B2-F50D-E206-6C4D-9705147B445A}"/>
              </a:ext>
            </a:extLst>
          </p:cNvPr>
          <p:cNvSpPr/>
          <p:nvPr/>
        </p:nvSpPr>
        <p:spPr>
          <a:xfrm>
            <a:off x="5770000" y="247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19" name="Kaart 2 kop">
            <a:extLst>
              <a:ext uri="{FF2B5EF4-FFF2-40B4-BE49-F238E27FC236}">
                <a16:creationId xmlns:a16="http://schemas.microsoft.com/office/drawing/2014/main" id="{4400487F-6F00-A080-E9D4-E7842C2C2C17}"/>
              </a:ext>
            </a:extLst>
          </p:cNvPr>
          <p:cNvSpPr txBox="1"/>
          <p:nvPr/>
        </p:nvSpPr>
        <p:spPr>
          <a:xfrm>
            <a:off x="5980000" y="236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Dokumente Oplossing</a:t>
            </a:r>
          </a:p>
        </p:txBody>
      </p:sp>
      <p:sp>
        <p:nvSpPr>
          <p:cNvPr id="220" name="Kaart 2 teks">
            <a:extLst>
              <a:ext uri="{FF2B5EF4-FFF2-40B4-BE49-F238E27FC236}">
                <a16:creationId xmlns:a16="http://schemas.microsoft.com/office/drawing/2014/main" id="{E1130F97-D137-F1E1-CC22-D7378B50F011}"/>
              </a:ext>
            </a:extLst>
          </p:cNvPr>
          <p:cNvSpPr txBox="1"/>
          <p:nvPr/>
        </p:nvSpPr>
        <p:spPr>
          <a:xfrm>
            <a:off x="5770000" y="279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Die databasis-fout op staging is heeltemal opgelos. Oplaai, afkeur met rede, vervanging en goedkeuring werk nou 100% vlot.</a:t>
            </a:r>
          </a:p>
        </p:txBody>
      </p:sp>
      <p:sp>
        <p:nvSpPr>
          <p:cNvPr id="221" name="Skermkapturing 1">
            <a:extLst>
              <a:ext uri="{FF2B5EF4-FFF2-40B4-BE49-F238E27FC236}">
                <a16:creationId xmlns:a16="http://schemas.microsoft.com/office/drawing/2014/main" id="{70E7DD0C-F0AF-FE29-7107-45F4EE7CC38B}"/>
              </a:ext>
            </a:extLst>
          </p:cNvPr>
          <p:cNvSpPr/>
          <p:nvPr/>
        </p:nvSpPr>
        <p:spPr>
          <a:xfrm>
            <a:off x="5600000" y="4020000"/>
            <a:ext cx="2975000" cy="22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2" name="Skermkapturing 2">
            <a:extLst>
              <a:ext uri="{FF2B5EF4-FFF2-40B4-BE49-F238E27FC236}">
                <a16:creationId xmlns:a16="http://schemas.microsoft.com/office/drawing/2014/main" id="{A9B0AD2D-21B4-F19B-D16E-266537F5EDCB}"/>
              </a:ext>
            </a:extLst>
          </p:cNvPr>
          <p:cNvSpPr/>
          <p:nvPr/>
        </p:nvSpPr>
        <p:spPr>
          <a:xfrm>
            <a:off x="8725000" y="4020000"/>
            <a:ext cx="2975000" cy="22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3130702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000">
        <p:fade/>
      </p:transition>
    </mc:Choice>
    <mc:Fallback xmlns="">
      <p:transition spd="med" advTm="7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/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1" name="Kicker"/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1</a:t>
            </a:r>
          </a:p>
        </p:txBody>
      </p:sp>
      <p:sp>
        <p:nvSpPr>
          <p:cNvPr id="212" name="Titel"/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Registrasie, Aanmelding &amp; Dokumente</a:t>
            </a:r>
          </a:p>
        </p:txBody>
      </p:sp>
      <p:sp>
        <p:nvSpPr>
          <p:cNvPr id="213" name="Kaart 1"/>
          <p:cNvSpPr/>
          <p:nvPr/>
        </p:nvSpPr>
        <p:spPr>
          <a:xfrm>
            <a:off x="5600000" y="62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14" name="Kaart 1 punt"/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15" name="Kaart 1 kop"/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Registrasie &amp; Aanmelding</a:t>
            </a:r>
          </a:p>
        </p:txBody>
      </p:sp>
      <p:sp>
        <p:nvSpPr>
          <p:cNvPr id="216" name="Kaart 1 teks"/>
          <p:cNvSpPr txBox="1"/>
          <p:nvPr/>
        </p:nvSpPr>
        <p:spPr>
          <a:xfrm>
            <a:off x="5770000" y="114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Kodes oorleef nou </a:t>
            </a:r>
            <a:r>
              <a:rPr lang="af-ZA" sz="1400" b="0" i="0" dirty="0" err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ontplooing</a:t>
            </a: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. Ná 5 verkeerde pogings word dit gesluit. Uittekening beëindig nou bedienersessie en skorsings tree dadelik in werking.</a:t>
            </a:r>
          </a:p>
        </p:txBody>
      </p:sp>
      <p:sp>
        <p:nvSpPr>
          <p:cNvPr id="217" name="Kaart 2"/>
          <p:cNvSpPr/>
          <p:nvPr/>
        </p:nvSpPr>
        <p:spPr>
          <a:xfrm>
            <a:off x="5600000" y="227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18" name="Kaart 2 punt"/>
          <p:cNvSpPr/>
          <p:nvPr/>
        </p:nvSpPr>
        <p:spPr>
          <a:xfrm>
            <a:off x="5770000" y="247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19" name="Kaart 2 kop"/>
          <p:cNvSpPr txBox="1"/>
          <p:nvPr/>
        </p:nvSpPr>
        <p:spPr>
          <a:xfrm>
            <a:off x="5980000" y="236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Dokumente Oplossing</a:t>
            </a:r>
          </a:p>
        </p:txBody>
      </p:sp>
      <p:sp>
        <p:nvSpPr>
          <p:cNvPr id="220" name="Kaart 2 teks"/>
          <p:cNvSpPr txBox="1"/>
          <p:nvPr/>
        </p:nvSpPr>
        <p:spPr>
          <a:xfrm>
            <a:off x="5770000" y="279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Die databasis-fout op staging is heeltemal opgelos. Oplaai, afkeur met rede, vervanging en goedkeuring werk nou 100% vlot.</a:t>
            </a:r>
          </a:p>
        </p:txBody>
      </p:sp>
      <p:sp>
        <p:nvSpPr>
          <p:cNvPr id="221" name="Skermkapturing 1"/>
          <p:cNvSpPr/>
          <p:nvPr/>
        </p:nvSpPr>
        <p:spPr>
          <a:xfrm>
            <a:off x="5600000" y="4020000"/>
            <a:ext cx="2975000" cy="22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2" name="Skermkapturing 2"/>
          <p:cNvSpPr/>
          <p:nvPr/>
        </p:nvSpPr>
        <p:spPr>
          <a:xfrm>
            <a:off x="8725000" y="4020000"/>
            <a:ext cx="2975000" cy="22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1979B7-07BB-BB1C-BF42-6C07ED2B0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87" y="124413"/>
            <a:ext cx="3087329" cy="6609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00"/>
    </mc:Choice>
    <mc:Fallback xmlns=""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036F22-782B-74D7-DAC4-F9CCAE26D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4032E002-D7CC-4D47-5970-C5C5039B5D84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E894A9C9-6DAF-35A3-570D-FDA3C48D45AC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90B7BF61-3226-B5AD-BB8E-F875A1A45782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1" name="Kicker">
            <a:extLst>
              <a:ext uri="{FF2B5EF4-FFF2-40B4-BE49-F238E27FC236}">
                <a16:creationId xmlns:a16="http://schemas.microsoft.com/office/drawing/2014/main" id="{28E034C4-3CB3-A88B-7664-995B1891BECA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1</a:t>
            </a:r>
          </a:p>
        </p:txBody>
      </p:sp>
      <p:sp>
        <p:nvSpPr>
          <p:cNvPr id="212" name="Titel">
            <a:extLst>
              <a:ext uri="{FF2B5EF4-FFF2-40B4-BE49-F238E27FC236}">
                <a16:creationId xmlns:a16="http://schemas.microsoft.com/office/drawing/2014/main" id="{29C35971-FA93-2BEF-8F5D-5F6C91AFC617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Registrasie, Aanmelding &amp; Dokumente</a:t>
            </a:r>
          </a:p>
        </p:txBody>
      </p:sp>
      <p:sp>
        <p:nvSpPr>
          <p:cNvPr id="213" name="Kaart 1">
            <a:extLst>
              <a:ext uri="{FF2B5EF4-FFF2-40B4-BE49-F238E27FC236}">
                <a16:creationId xmlns:a16="http://schemas.microsoft.com/office/drawing/2014/main" id="{BF557282-A1AD-09F3-8886-2EA9CC1119EB}"/>
              </a:ext>
            </a:extLst>
          </p:cNvPr>
          <p:cNvSpPr/>
          <p:nvPr/>
        </p:nvSpPr>
        <p:spPr>
          <a:xfrm>
            <a:off x="5600000" y="62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14" name="Kaart 1 punt">
            <a:extLst>
              <a:ext uri="{FF2B5EF4-FFF2-40B4-BE49-F238E27FC236}">
                <a16:creationId xmlns:a16="http://schemas.microsoft.com/office/drawing/2014/main" id="{44A43F75-5FF2-4A76-186D-7634563081E7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15" name="Kaart 1 kop">
            <a:extLst>
              <a:ext uri="{FF2B5EF4-FFF2-40B4-BE49-F238E27FC236}">
                <a16:creationId xmlns:a16="http://schemas.microsoft.com/office/drawing/2014/main" id="{1F84F105-BE9A-9E4C-B868-7D701F5579BD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Registrasie &amp; Aanmelding</a:t>
            </a:r>
          </a:p>
        </p:txBody>
      </p:sp>
      <p:sp>
        <p:nvSpPr>
          <p:cNvPr id="216" name="Kaart 1 teks">
            <a:extLst>
              <a:ext uri="{FF2B5EF4-FFF2-40B4-BE49-F238E27FC236}">
                <a16:creationId xmlns:a16="http://schemas.microsoft.com/office/drawing/2014/main" id="{616CF6A5-EF65-61AB-52CE-9EE9D6D27E53}"/>
              </a:ext>
            </a:extLst>
          </p:cNvPr>
          <p:cNvSpPr txBox="1"/>
          <p:nvPr/>
        </p:nvSpPr>
        <p:spPr>
          <a:xfrm>
            <a:off x="5770000" y="114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Kodes oorleef nou ontplooiing. Ná 5 verkeerde pogings word dit gesluit. Uittekening beëindig nou bedienersessie en skorsings tree dadelik in werking.</a:t>
            </a:r>
          </a:p>
        </p:txBody>
      </p:sp>
      <p:sp>
        <p:nvSpPr>
          <p:cNvPr id="217" name="Kaart 2">
            <a:extLst>
              <a:ext uri="{FF2B5EF4-FFF2-40B4-BE49-F238E27FC236}">
                <a16:creationId xmlns:a16="http://schemas.microsoft.com/office/drawing/2014/main" id="{730C5830-43EF-740F-53E4-3AF789A967D7}"/>
              </a:ext>
            </a:extLst>
          </p:cNvPr>
          <p:cNvSpPr/>
          <p:nvPr/>
        </p:nvSpPr>
        <p:spPr>
          <a:xfrm>
            <a:off x="5600000" y="227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18" name="Kaart 2 punt">
            <a:extLst>
              <a:ext uri="{FF2B5EF4-FFF2-40B4-BE49-F238E27FC236}">
                <a16:creationId xmlns:a16="http://schemas.microsoft.com/office/drawing/2014/main" id="{3B9E1AAF-5382-2465-ECA6-B75A3BA7D560}"/>
              </a:ext>
            </a:extLst>
          </p:cNvPr>
          <p:cNvSpPr/>
          <p:nvPr/>
        </p:nvSpPr>
        <p:spPr>
          <a:xfrm>
            <a:off x="5770000" y="247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19" name="Kaart 2 kop">
            <a:extLst>
              <a:ext uri="{FF2B5EF4-FFF2-40B4-BE49-F238E27FC236}">
                <a16:creationId xmlns:a16="http://schemas.microsoft.com/office/drawing/2014/main" id="{1970F683-790D-E04D-6851-D7DA7073419D}"/>
              </a:ext>
            </a:extLst>
          </p:cNvPr>
          <p:cNvSpPr txBox="1"/>
          <p:nvPr/>
        </p:nvSpPr>
        <p:spPr>
          <a:xfrm>
            <a:off x="5980000" y="236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Dokumente Oplossing</a:t>
            </a:r>
          </a:p>
        </p:txBody>
      </p:sp>
      <p:sp>
        <p:nvSpPr>
          <p:cNvPr id="220" name="Kaart 2 teks">
            <a:extLst>
              <a:ext uri="{FF2B5EF4-FFF2-40B4-BE49-F238E27FC236}">
                <a16:creationId xmlns:a16="http://schemas.microsoft.com/office/drawing/2014/main" id="{B50DD79C-1418-C785-4993-9A3D8E113DA9}"/>
              </a:ext>
            </a:extLst>
          </p:cNvPr>
          <p:cNvSpPr txBox="1"/>
          <p:nvPr/>
        </p:nvSpPr>
        <p:spPr>
          <a:xfrm>
            <a:off x="5770000" y="279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Die databasis-fout op staging is heeltemal opgelos. Oplaai, afkeur met rede, vervanging en goedkeuring werk nou 100% vlot.</a:t>
            </a:r>
          </a:p>
        </p:txBody>
      </p:sp>
      <p:sp>
        <p:nvSpPr>
          <p:cNvPr id="221" name="Skermkapturing 1">
            <a:extLst>
              <a:ext uri="{FF2B5EF4-FFF2-40B4-BE49-F238E27FC236}">
                <a16:creationId xmlns:a16="http://schemas.microsoft.com/office/drawing/2014/main" id="{2FB00CF8-DEFA-02FB-B467-4F1DF10316AF}"/>
              </a:ext>
            </a:extLst>
          </p:cNvPr>
          <p:cNvSpPr/>
          <p:nvPr/>
        </p:nvSpPr>
        <p:spPr>
          <a:xfrm>
            <a:off x="5600000" y="4020000"/>
            <a:ext cx="2975000" cy="22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2" name="Skermkapturing 2">
            <a:extLst>
              <a:ext uri="{FF2B5EF4-FFF2-40B4-BE49-F238E27FC236}">
                <a16:creationId xmlns:a16="http://schemas.microsoft.com/office/drawing/2014/main" id="{0EF55D2A-EDFA-26B0-FF68-31961AFD36DC}"/>
              </a:ext>
            </a:extLst>
          </p:cNvPr>
          <p:cNvSpPr/>
          <p:nvPr/>
        </p:nvSpPr>
        <p:spPr>
          <a:xfrm>
            <a:off x="8725000" y="4020000"/>
            <a:ext cx="2975000" cy="22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DC4E61-614F-AA3D-589E-178663B51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000" y="4008000"/>
            <a:ext cx="1041696" cy="223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724B12-AAAB-9508-E5BB-596DB9958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576" y="0"/>
            <a:ext cx="81548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771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7000">
        <p159:morph option="byObject"/>
      </p:transition>
    </mc:Choice>
    <mc:Fallback xmlns="">
      <p:transition spd="slow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BE1FBE-029A-A83D-2B0E-D0559BC3F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67D983E-576F-A36D-E14B-9ECFFDB203A7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B9E743D8-7051-A24E-E2B3-B19D097F4F02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0F53A760-8CEC-C50C-7BD4-C7DCA0BF28AA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1" name="Kicker">
            <a:extLst>
              <a:ext uri="{FF2B5EF4-FFF2-40B4-BE49-F238E27FC236}">
                <a16:creationId xmlns:a16="http://schemas.microsoft.com/office/drawing/2014/main" id="{AE1CF988-1D5E-3CF3-28C8-5B594D2C10D5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1</a:t>
            </a:r>
          </a:p>
        </p:txBody>
      </p:sp>
      <p:sp>
        <p:nvSpPr>
          <p:cNvPr id="212" name="Titel">
            <a:extLst>
              <a:ext uri="{FF2B5EF4-FFF2-40B4-BE49-F238E27FC236}">
                <a16:creationId xmlns:a16="http://schemas.microsoft.com/office/drawing/2014/main" id="{58C8C127-DEA2-9BD0-3EE6-F83D0C7B0208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Registrasie, Aanmelding &amp; Dokumente</a:t>
            </a:r>
          </a:p>
        </p:txBody>
      </p:sp>
      <p:sp>
        <p:nvSpPr>
          <p:cNvPr id="213" name="Kaart 1">
            <a:extLst>
              <a:ext uri="{FF2B5EF4-FFF2-40B4-BE49-F238E27FC236}">
                <a16:creationId xmlns:a16="http://schemas.microsoft.com/office/drawing/2014/main" id="{F05180A5-2B62-B970-249E-B32FC6931811}"/>
              </a:ext>
            </a:extLst>
          </p:cNvPr>
          <p:cNvSpPr/>
          <p:nvPr/>
        </p:nvSpPr>
        <p:spPr>
          <a:xfrm>
            <a:off x="5600000" y="62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14" name="Kaart 1 punt">
            <a:extLst>
              <a:ext uri="{FF2B5EF4-FFF2-40B4-BE49-F238E27FC236}">
                <a16:creationId xmlns:a16="http://schemas.microsoft.com/office/drawing/2014/main" id="{436BE583-78D7-9FE3-0EC9-E9C7B351BF37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15" name="Kaart 1 kop">
            <a:extLst>
              <a:ext uri="{FF2B5EF4-FFF2-40B4-BE49-F238E27FC236}">
                <a16:creationId xmlns:a16="http://schemas.microsoft.com/office/drawing/2014/main" id="{1CEC8F28-EBF8-2ED9-A3C7-2F846850DFF4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Registrasie &amp; Aanmelding</a:t>
            </a:r>
          </a:p>
        </p:txBody>
      </p:sp>
      <p:sp>
        <p:nvSpPr>
          <p:cNvPr id="216" name="Kaart 1 teks">
            <a:extLst>
              <a:ext uri="{FF2B5EF4-FFF2-40B4-BE49-F238E27FC236}">
                <a16:creationId xmlns:a16="http://schemas.microsoft.com/office/drawing/2014/main" id="{4DB71AB5-6057-2FEC-124E-7DA890DBE6EC}"/>
              </a:ext>
            </a:extLst>
          </p:cNvPr>
          <p:cNvSpPr txBox="1"/>
          <p:nvPr/>
        </p:nvSpPr>
        <p:spPr>
          <a:xfrm>
            <a:off x="5770000" y="114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Kodes oorleef nou </a:t>
            </a:r>
            <a:r>
              <a:rPr lang="af-ZA" sz="1400" b="0" i="0" dirty="0" err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ontplooing</a:t>
            </a: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. Ná 5 verkeerde pogings word dit gesluit. Uittekening beëindig nou bedienersessie en skorsings tree dadelik in werking.</a:t>
            </a:r>
          </a:p>
        </p:txBody>
      </p:sp>
      <p:sp>
        <p:nvSpPr>
          <p:cNvPr id="217" name="Kaart 2">
            <a:extLst>
              <a:ext uri="{FF2B5EF4-FFF2-40B4-BE49-F238E27FC236}">
                <a16:creationId xmlns:a16="http://schemas.microsoft.com/office/drawing/2014/main" id="{1ADFA2D7-2E2B-043D-9CD8-C32EB28024B3}"/>
              </a:ext>
            </a:extLst>
          </p:cNvPr>
          <p:cNvSpPr/>
          <p:nvPr/>
        </p:nvSpPr>
        <p:spPr>
          <a:xfrm>
            <a:off x="5600000" y="227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18" name="Kaart 2 punt">
            <a:extLst>
              <a:ext uri="{FF2B5EF4-FFF2-40B4-BE49-F238E27FC236}">
                <a16:creationId xmlns:a16="http://schemas.microsoft.com/office/drawing/2014/main" id="{ECB38A3B-6336-5131-5051-DFEED93DEA5D}"/>
              </a:ext>
            </a:extLst>
          </p:cNvPr>
          <p:cNvSpPr/>
          <p:nvPr/>
        </p:nvSpPr>
        <p:spPr>
          <a:xfrm>
            <a:off x="5770000" y="247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19" name="Kaart 2 kop">
            <a:extLst>
              <a:ext uri="{FF2B5EF4-FFF2-40B4-BE49-F238E27FC236}">
                <a16:creationId xmlns:a16="http://schemas.microsoft.com/office/drawing/2014/main" id="{416C9B8B-45CF-1F92-3676-CF31E5642978}"/>
              </a:ext>
            </a:extLst>
          </p:cNvPr>
          <p:cNvSpPr txBox="1"/>
          <p:nvPr/>
        </p:nvSpPr>
        <p:spPr>
          <a:xfrm>
            <a:off x="5980000" y="236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Dokumente Oplossing</a:t>
            </a:r>
          </a:p>
        </p:txBody>
      </p:sp>
      <p:sp>
        <p:nvSpPr>
          <p:cNvPr id="220" name="Kaart 2 teks">
            <a:extLst>
              <a:ext uri="{FF2B5EF4-FFF2-40B4-BE49-F238E27FC236}">
                <a16:creationId xmlns:a16="http://schemas.microsoft.com/office/drawing/2014/main" id="{5255B053-9067-0797-80EE-1E89BE0F9E01}"/>
              </a:ext>
            </a:extLst>
          </p:cNvPr>
          <p:cNvSpPr txBox="1"/>
          <p:nvPr/>
        </p:nvSpPr>
        <p:spPr>
          <a:xfrm>
            <a:off x="5770000" y="279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Die databasis-fout op staging is heeltemal opgelos. Oplaai, afkeur met rede, vervanging en goedkeuring werk nou 100% vlot.</a:t>
            </a:r>
          </a:p>
        </p:txBody>
      </p:sp>
      <p:sp>
        <p:nvSpPr>
          <p:cNvPr id="221" name="Skermkapturing 1">
            <a:extLst>
              <a:ext uri="{FF2B5EF4-FFF2-40B4-BE49-F238E27FC236}">
                <a16:creationId xmlns:a16="http://schemas.microsoft.com/office/drawing/2014/main" id="{81590DCD-652C-487A-55ED-5082D56E59AE}"/>
              </a:ext>
            </a:extLst>
          </p:cNvPr>
          <p:cNvSpPr/>
          <p:nvPr/>
        </p:nvSpPr>
        <p:spPr>
          <a:xfrm>
            <a:off x="5600000" y="4020000"/>
            <a:ext cx="2975000" cy="22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2" name="Skermkapturing 2">
            <a:extLst>
              <a:ext uri="{FF2B5EF4-FFF2-40B4-BE49-F238E27FC236}">
                <a16:creationId xmlns:a16="http://schemas.microsoft.com/office/drawing/2014/main" id="{4FD7DBF0-9F0A-93AE-1767-C35081E0A942}"/>
              </a:ext>
            </a:extLst>
          </p:cNvPr>
          <p:cNvSpPr/>
          <p:nvPr/>
        </p:nvSpPr>
        <p:spPr>
          <a:xfrm>
            <a:off x="8725000" y="4020000"/>
            <a:ext cx="2975000" cy="22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E748CE-935E-40A3-80D2-7A7220A6A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000" y="4008000"/>
            <a:ext cx="1041696" cy="223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14F847-E327-5F74-C64C-65DF818C6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4377" y="4132824"/>
            <a:ext cx="2396246" cy="20151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B39A80-7CDB-ECAC-8CF5-36FE217EF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935" y="0"/>
            <a:ext cx="50920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79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7000">
        <p159:morph option="byObject"/>
      </p:transition>
    </mc:Choice>
    <mc:Fallback xmlns="">
      <p:transition spd="slow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79D02A-B4C7-840F-FE01-93889B116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0374262-B137-BE04-293C-F6748BDB9C1B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D317D4D8-4B5E-AF38-500C-B04A21B72504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8675F72A-53EE-FDF8-8496-A5D315965BAA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1" name="Kicker">
            <a:extLst>
              <a:ext uri="{FF2B5EF4-FFF2-40B4-BE49-F238E27FC236}">
                <a16:creationId xmlns:a16="http://schemas.microsoft.com/office/drawing/2014/main" id="{B6F05187-328F-2934-4329-2DF21ABACFBA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1</a:t>
            </a:r>
          </a:p>
        </p:txBody>
      </p:sp>
      <p:sp>
        <p:nvSpPr>
          <p:cNvPr id="212" name="Titel">
            <a:extLst>
              <a:ext uri="{FF2B5EF4-FFF2-40B4-BE49-F238E27FC236}">
                <a16:creationId xmlns:a16="http://schemas.microsoft.com/office/drawing/2014/main" id="{F37761B7-8386-855C-E3E7-ED6780C74798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Registrasie, Aanmelding &amp; Dokumente</a:t>
            </a:r>
          </a:p>
        </p:txBody>
      </p:sp>
      <p:sp>
        <p:nvSpPr>
          <p:cNvPr id="213" name="Kaart 1">
            <a:extLst>
              <a:ext uri="{FF2B5EF4-FFF2-40B4-BE49-F238E27FC236}">
                <a16:creationId xmlns:a16="http://schemas.microsoft.com/office/drawing/2014/main" id="{9C05AEFA-71FA-E1EF-4AC2-FF2EB8FB9FDC}"/>
              </a:ext>
            </a:extLst>
          </p:cNvPr>
          <p:cNvSpPr/>
          <p:nvPr/>
        </p:nvSpPr>
        <p:spPr>
          <a:xfrm>
            <a:off x="5600000" y="62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14" name="Kaart 1 punt">
            <a:extLst>
              <a:ext uri="{FF2B5EF4-FFF2-40B4-BE49-F238E27FC236}">
                <a16:creationId xmlns:a16="http://schemas.microsoft.com/office/drawing/2014/main" id="{BBD8A44C-FBA5-3C8E-AB6B-0CF5B73E9ECC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15" name="Kaart 1 kop">
            <a:extLst>
              <a:ext uri="{FF2B5EF4-FFF2-40B4-BE49-F238E27FC236}">
                <a16:creationId xmlns:a16="http://schemas.microsoft.com/office/drawing/2014/main" id="{B167DAE7-12F6-594B-0D7B-77158B3BA0DE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Registrasie &amp; Aanmelding</a:t>
            </a:r>
          </a:p>
        </p:txBody>
      </p:sp>
      <p:sp>
        <p:nvSpPr>
          <p:cNvPr id="216" name="Kaart 1 teks">
            <a:extLst>
              <a:ext uri="{FF2B5EF4-FFF2-40B4-BE49-F238E27FC236}">
                <a16:creationId xmlns:a16="http://schemas.microsoft.com/office/drawing/2014/main" id="{433F5135-7819-3E01-8E53-EF06E8E58CA1}"/>
              </a:ext>
            </a:extLst>
          </p:cNvPr>
          <p:cNvSpPr txBox="1"/>
          <p:nvPr/>
        </p:nvSpPr>
        <p:spPr>
          <a:xfrm>
            <a:off x="5770000" y="114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Kodes oorleef nou ontplooiing. Ná 5 verkeerde pogings word dit gesluit. Uittekening beëindig nou bedienersessie en skorsings tree dadelik in werking.</a:t>
            </a:r>
          </a:p>
        </p:txBody>
      </p:sp>
      <p:sp>
        <p:nvSpPr>
          <p:cNvPr id="217" name="Kaart 2">
            <a:extLst>
              <a:ext uri="{FF2B5EF4-FFF2-40B4-BE49-F238E27FC236}">
                <a16:creationId xmlns:a16="http://schemas.microsoft.com/office/drawing/2014/main" id="{F9353A89-121C-DD60-C8BE-9E1C3827CEAE}"/>
              </a:ext>
            </a:extLst>
          </p:cNvPr>
          <p:cNvSpPr/>
          <p:nvPr/>
        </p:nvSpPr>
        <p:spPr>
          <a:xfrm>
            <a:off x="5600000" y="227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18" name="Kaart 2 punt">
            <a:extLst>
              <a:ext uri="{FF2B5EF4-FFF2-40B4-BE49-F238E27FC236}">
                <a16:creationId xmlns:a16="http://schemas.microsoft.com/office/drawing/2014/main" id="{D02ECA50-0838-5F06-609B-3ED76CC5640E}"/>
              </a:ext>
            </a:extLst>
          </p:cNvPr>
          <p:cNvSpPr/>
          <p:nvPr/>
        </p:nvSpPr>
        <p:spPr>
          <a:xfrm>
            <a:off x="5770000" y="247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19" name="Kaart 2 kop">
            <a:extLst>
              <a:ext uri="{FF2B5EF4-FFF2-40B4-BE49-F238E27FC236}">
                <a16:creationId xmlns:a16="http://schemas.microsoft.com/office/drawing/2014/main" id="{FB080798-F489-61D2-8F37-59AAC5AE1E01}"/>
              </a:ext>
            </a:extLst>
          </p:cNvPr>
          <p:cNvSpPr txBox="1"/>
          <p:nvPr/>
        </p:nvSpPr>
        <p:spPr>
          <a:xfrm>
            <a:off x="5980000" y="236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Dokumente Oplossing</a:t>
            </a:r>
          </a:p>
        </p:txBody>
      </p:sp>
      <p:sp>
        <p:nvSpPr>
          <p:cNvPr id="220" name="Kaart 2 teks">
            <a:extLst>
              <a:ext uri="{FF2B5EF4-FFF2-40B4-BE49-F238E27FC236}">
                <a16:creationId xmlns:a16="http://schemas.microsoft.com/office/drawing/2014/main" id="{5929CB95-156B-AB82-F81A-96AE63808513}"/>
              </a:ext>
            </a:extLst>
          </p:cNvPr>
          <p:cNvSpPr txBox="1"/>
          <p:nvPr/>
        </p:nvSpPr>
        <p:spPr>
          <a:xfrm>
            <a:off x="5770000" y="279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Die databasis-fout op staging is heeltemal opgelos. Oplaai, afkeur met rede, vervanging en goedkeuring werk nou 100% vlot.</a:t>
            </a:r>
          </a:p>
        </p:txBody>
      </p:sp>
      <p:sp>
        <p:nvSpPr>
          <p:cNvPr id="221" name="Skermkapturing 1">
            <a:extLst>
              <a:ext uri="{FF2B5EF4-FFF2-40B4-BE49-F238E27FC236}">
                <a16:creationId xmlns:a16="http://schemas.microsoft.com/office/drawing/2014/main" id="{0B2C9AF8-C1EE-0858-8F68-136F18C00CB5}"/>
              </a:ext>
            </a:extLst>
          </p:cNvPr>
          <p:cNvSpPr/>
          <p:nvPr/>
        </p:nvSpPr>
        <p:spPr>
          <a:xfrm>
            <a:off x="5600000" y="4020000"/>
            <a:ext cx="2975000" cy="22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2" name="Skermkapturing 2">
            <a:extLst>
              <a:ext uri="{FF2B5EF4-FFF2-40B4-BE49-F238E27FC236}">
                <a16:creationId xmlns:a16="http://schemas.microsoft.com/office/drawing/2014/main" id="{40E98811-4BD5-EAB2-4CB5-B89FB4B450D1}"/>
              </a:ext>
            </a:extLst>
          </p:cNvPr>
          <p:cNvSpPr/>
          <p:nvPr/>
        </p:nvSpPr>
        <p:spPr>
          <a:xfrm>
            <a:off x="8725000" y="4020000"/>
            <a:ext cx="2975000" cy="22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[SKERMKAPTURING: Web Dokumente]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0" i="1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Dokumentelys en status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59CE8-57FD-CF78-4244-E2AF42EDE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000" y="4008000"/>
            <a:ext cx="1041696" cy="223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CB68C3-F665-3FC1-EE6C-148440935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4377" y="4132824"/>
            <a:ext cx="2396246" cy="20151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4C9313-E167-8ED7-6ACE-D8718E3B2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084" y="4074547"/>
            <a:ext cx="1539539" cy="20734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B68DFA-ADFA-6201-91D1-9C8F9B639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2436" y="0"/>
            <a:ext cx="74871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045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7000">
        <p159:morph option="byObject"/>
      </p:transition>
    </mc:Choice>
    <mc:Fallback xmlns="">
      <p:transition spd="slow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/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Kicker"/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2</a:t>
            </a:r>
          </a:p>
        </p:txBody>
      </p:sp>
      <p:sp>
        <p:nvSpPr>
          <p:cNvPr id="224" name="Titel"/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Plaasskepping, Pakket &amp; Advertensie</a:t>
            </a:r>
          </a:p>
        </p:txBody>
      </p:sp>
      <p:sp>
        <p:nvSpPr>
          <p:cNvPr id="225" name="Kaart 1"/>
          <p:cNvSpPr/>
          <p:nvPr/>
        </p:nvSpPr>
        <p:spPr>
          <a:xfrm>
            <a:off x="5600000" y="620000"/>
            <a:ext cx="6100000" cy="13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26" name="Kaart 1 punt"/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27" name="Kaart 1 kop"/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Boer &amp; Uitruster</a:t>
            </a:r>
          </a:p>
        </p:txBody>
      </p:sp>
      <p:sp>
        <p:nvSpPr>
          <p:cNvPr id="228" name="Kaart 1 teks"/>
          <p:cNvSpPr txBox="1"/>
          <p:nvPr/>
        </p:nvSpPr>
        <p:spPr>
          <a:xfrm>
            <a:off x="5770000" y="1140000"/>
            <a:ext cx="5760000" cy="7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Plaasskepping gee goeie spesifieke validasie ("Beskryf plaas in ten minste 20 karakters").</a:t>
            </a:r>
          </a:p>
        </p:txBody>
      </p:sp>
      <p:sp>
        <p:nvSpPr>
          <p:cNvPr id="229" name="Kaart 2"/>
          <p:cNvSpPr/>
          <p:nvPr/>
        </p:nvSpPr>
        <p:spPr>
          <a:xfrm>
            <a:off x="5600000" y="2120000"/>
            <a:ext cx="6100000" cy="13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30" name="Kaart 2 punt"/>
          <p:cNvSpPr/>
          <p:nvPr/>
        </p:nvSpPr>
        <p:spPr>
          <a:xfrm>
            <a:off x="5770000" y="23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31" name="Kaart 2 kop"/>
          <p:cNvSpPr txBox="1"/>
          <p:nvPr/>
        </p:nvSpPr>
        <p:spPr>
          <a:xfrm>
            <a:off x="5980000" y="22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Adverteerder Rol</a:t>
            </a:r>
          </a:p>
        </p:txBody>
      </p:sp>
      <p:sp>
        <p:nvSpPr>
          <p:cNvPr id="232" name="Kaart 2 teks"/>
          <p:cNvSpPr txBox="1"/>
          <p:nvPr/>
        </p:nvSpPr>
        <p:spPr>
          <a:xfrm>
            <a:off x="5770000" y="2640000"/>
            <a:ext cx="5760000" cy="7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Advertensies word eers aktief ná betaling. Besigheidsreël word suksesvol afgedwing.</a:t>
            </a:r>
          </a:p>
        </p:txBody>
      </p:sp>
      <p:sp>
        <p:nvSpPr>
          <p:cNvPr id="233" name="Skermkapturing 1"/>
          <p:cNvSpPr/>
          <p:nvPr/>
        </p:nvSpPr>
        <p:spPr>
          <a:xfrm>
            <a:off x="5600000" y="3720000"/>
            <a:ext cx="6100000" cy="25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000">
        <p:fade/>
      </p:transition>
    </mc:Choice>
    <mc:Fallback xmlns="">
      <p:transition spd="med" advTm="7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75E6E-076B-1309-D53E-ABBD088B8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4703746B-570F-554A-FBB0-0D0B05C4376E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9D895C6C-90E7-0621-80AB-940AB06E7263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D6266FB3-F55A-60A0-37E0-FDC317EC8A15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Kicker">
            <a:extLst>
              <a:ext uri="{FF2B5EF4-FFF2-40B4-BE49-F238E27FC236}">
                <a16:creationId xmlns:a16="http://schemas.microsoft.com/office/drawing/2014/main" id="{70257AFE-3282-1E4C-31A2-7DD8D906F765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2</a:t>
            </a:r>
          </a:p>
        </p:txBody>
      </p:sp>
      <p:sp>
        <p:nvSpPr>
          <p:cNvPr id="224" name="Titel">
            <a:extLst>
              <a:ext uri="{FF2B5EF4-FFF2-40B4-BE49-F238E27FC236}">
                <a16:creationId xmlns:a16="http://schemas.microsoft.com/office/drawing/2014/main" id="{230A2CEE-C3B0-FCA9-E96C-5A8F17CC318A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Plaasskepping, Pakket &amp; Advertensie</a:t>
            </a:r>
          </a:p>
        </p:txBody>
      </p:sp>
      <p:sp>
        <p:nvSpPr>
          <p:cNvPr id="225" name="Kaart 1">
            <a:extLst>
              <a:ext uri="{FF2B5EF4-FFF2-40B4-BE49-F238E27FC236}">
                <a16:creationId xmlns:a16="http://schemas.microsoft.com/office/drawing/2014/main" id="{020FCAD2-B6C8-55BE-9D2C-3A0E09CBF5B0}"/>
              </a:ext>
            </a:extLst>
          </p:cNvPr>
          <p:cNvSpPr/>
          <p:nvPr/>
        </p:nvSpPr>
        <p:spPr>
          <a:xfrm>
            <a:off x="5600000" y="620000"/>
            <a:ext cx="6100000" cy="13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26" name="Kaart 1 punt">
            <a:extLst>
              <a:ext uri="{FF2B5EF4-FFF2-40B4-BE49-F238E27FC236}">
                <a16:creationId xmlns:a16="http://schemas.microsoft.com/office/drawing/2014/main" id="{FA43C1DA-C9E9-E244-EF09-BD35FA042FEE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27" name="Kaart 1 kop">
            <a:extLst>
              <a:ext uri="{FF2B5EF4-FFF2-40B4-BE49-F238E27FC236}">
                <a16:creationId xmlns:a16="http://schemas.microsoft.com/office/drawing/2014/main" id="{52E7A75B-C28A-D070-BC58-1DC412AC7CCE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Boer &amp; Uitruster</a:t>
            </a:r>
          </a:p>
        </p:txBody>
      </p:sp>
      <p:sp>
        <p:nvSpPr>
          <p:cNvPr id="228" name="Kaart 1 teks">
            <a:extLst>
              <a:ext uri="{FF2B5EF4-FFF2-40B4-BE49-F238E27FC236}">
                <a16:creationId xmlns:a16="http://schemas.microsoft.com/office/drawing/2014/main" id="{0792EB92-FE6C-75F3-457B-214D781E296D}"/>
              </a:ext>
            </a:extLst>
          </p:cNvPr>
          <p:cNvSpPr txBox="1"/>
          <p:nvPr/>
        </p:nvSpPr>
        <p:spPr>
          <a:xfrm>
            <a:off x="5770000" y="1140000"/>
            <a:ext cx="5760000" cy="7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Plaasskepping gee goeie spesifieke validasie ("Beskryf plaas in ten minste 20 karakters").</a:t>
            </a:r>
          </a:p>
        </p:txBody>
      </p:sp>
      <p:sp>
        <p:nvSpPr>
          <p:cNvPr id="229" name="Kaart 2">
            <a:extLst>
              <a:ext uri="{FF2B5EF4-FFF2-40B4-BE49-F238E27FC236}">
                <a16:creationId xmlns:a16="http://schemas.microsoft.com/office/drawing/2014/main" id="{00A17376-DC14-DA2B-E182-21055E6EDB27}"/>
              </a:ext>
            </a:extLst>
          </p:cNvPr>
          <p:cNvSpPr/>
          <p:nvPr/>
        </p:nvSpPr>
        <p:spPr>
          <a:xfrm>
            <a:off x="5600000" y="2120000"/>
            <a:ext cx="6100000" cy="13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30" name="Kaart 2 punt">
            <a:extLst>
              <a:ext uri="{FF2B5EF4-FFF2-40B4-BE49-F238E27FC236}">
                <a16:creationId xmlns:a16="http://schemas.microsoft.com/office/drawing/2014/main" id="{AE026B5A-2F34-0F4F-F45C-E7A9FF4E56BE}"/>
              </a:ext>
            </a:extLst>
          </p:cNvPr>
          <p:cNvSpPr/>
          <p:nvPr/>
        </p:nvSpPr>
        <p:spPr>
          <a:xfrm>
            <a:off x="5770000" y="23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31" name="Kaart 2 kop">
            <a:extLst>
              <a:ext uri="{FF2B5EF4-FFF2-40B4-BE49-F238E27FC236}">
                <a16:creationId xmlns:a16="http://schemas.microsoft.com/office/drawing/2014/main" id="{7B89B551-6395-1809-B78F-74DF6637EF6A}"/>
              </a:ext>
            </a:extLst>
          </p:cNvPr>
          <p:cNvSpPr txBox="1"/>
          <p:nvPr/>
        </p:nvSpPr>
        <p:spPr>
          <a:xfrm>
            <a:off x="5980000" y="22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Adverteerder Rol</a:t>
            </a:r>
          </a:p>
        </p:txBody>
      </p:sp>
      <p:sp>
        <p:nvSpPr>
          <p:cNvPr id="232" name="Kaart 2 teks">
            <a:extLst>
              <a:ext uri="{FF2B5EF4-FFF2-40B4-BE49-F238E27FC236}">
                <a16:creationId xmlns:a16="http://schemas.microsoft.com/office/drawing/2014/main" id="{3ABAD610-0A7C-2802-22B8-5E725748C429}"/>
              </a:ext>
            </a:extLst>
          </p:cNvPr>
          <p:cNvSpPr txBox="1"/>
          <p:nvPr/>
        </p:nvSpPr>
        <p:spPr>
          <a:xfrm>
            <a:off x="5770000" y="2640000"/>
            <a:ext cx="5760000" cy="7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Advertensies word eers aktief ná betaling. Besigheidsreël word suksesvol afgedwing.</a:t>
            </a:r>
          </a:p>
        </p:txBody>
      </p:sp>
      <p:sp>
        <p:nvSpPr>
          <p:cNvPr id="233" name="Skermkapturing 1">
            <a:extLst>
              <a:ext uri="{FF2B5EF4-FFF2-40B4-BE49-F238E27FC236}">
                <a16:creationId xmlns:a16="http://schemas.microsoft.com/office/drawing/2014/main" id="{3D2EEF60-DF41-22CC-3282-7B525AB47BD9}"/>
              </a:ext>
            </a:extLst>
          </p:cNvPr>
          <p:cNvSpPr/>
          <p:nvPr/>
        </p:nvSpPr>
        <p:spPr>
          <a:xfrm>
            <a:off x="5600000" y="3720000"/>
            <a:ext cx="6100000" cy="25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EE5E67-F221-01EE-6DB1-68D25998D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864" y="0"/>
            <a:ext cx="63142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2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000">
        <p:fade/>
      </p:transition>
    </mc:Choice>
    <mc:Fallback xmlns="">
      <p:transition spd="med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193C20-608B-537B-F5DB-6BD81AC45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E598DD5-8198-FBD4-C93C-E8736C0103D9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48335821-4F27-D3E5-AB16-AC1836D4BC81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DB79EE18-8DF1-5A73-916F-0F1AF8A9400B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Kicker">
            <a:extLst>
              <a:ext uri="{FF2B5EF4-FFF2-40B4-BE49-F238E27FC236}">
                <a16:creationId xmlns:a16="http://schemas.microsoft.com/office/drawing/2014/main" id="{D070F121-01C1-6890-A615-11B196BB9660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2</a:t>
            </a:r>
          </a:p>
        </p:txBody>
      </p:sp>
      <p:sp>
        <p:nvSpPr>
          <p:cNvPr id="224" name="Titel">
            <a:extLst>
              <a:ext uri="{FF2B5EF4-FFF2-40B4-BE49-F238E27FC236}">
                <a16:creationId xmlns:a16="http://schemas.microsoft.com/office/drawing/2014/main" id="{24151B96-77F7-D076-7357-803A25483ACC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Plaasskepping, Pakket &amp; Advertensie</a:t>
            </a:r>
          </a:p>
        </p:txBody>
      </p:sp>
      <p:sp>
        <p:nvSpPr>
          <p:cNvPr id="225" name="Kaart 1">
            <a:extLst>
              <a:ext uri="{FF2B5EF4-FFF2-40B4-BE49-F238E27FC236}">
                <a16:creationId xmlns:a16="http://schemas.microsoft.com/office/drawing/2014/main" id="{6265EE67-9654-9DCF-B84C-C84A223AC4F1}"/>
              </a:ext>
            </a:extLst>
          </p:cNvPr>
          <p:cNvSpPr/>
          <p:nvPr/>
        </p:nvSpPr>
        <p:spPr>
          <a:xfrm>
            <a:off x="5600000" y="620000"/>
            <a:ext cx="6100000" cy="13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26" name="Kaart 1 punt">
            <a:extLst>
              <a:ext uri="{FF2B5EF4-FFF2-40B4-BE49-F238E27FC236}">
                <a16:creationId xmlns:a16="http://schemas.microsoft.com/office/drawing/2014/main" id="{63B44FDD-B489-28D0-FA42-E63BD31F65D6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27" name="Kaart 1 kop">
            <a:extLst>
              <a:ext uri="{FF2B5EF4-FFF2-40B4-BE49-F238E27FC236}">
                <a16:creationId xmlns:a16="http://schemas.microsoft.com/office/drawing/2014/main" id="{1511B0E5-6DEF-874E-346F-B736530F9DAC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Boer &amp; Uitruster</a:t>
            </a:r>
          </a:p>
        </p:txBody>
      </p:sp>
      <p:sp>
        <p:nvSpPr>
          <p:cNvPr id="228" name="Kaart 1 teks">
            <a:extLst>
              <a:ext uri="{FF2B5EF4-FFF2-40B4-BE49-F238E27FC236}">
                <a16:creationId xmlns:a16="http://schemas.microsoft.com/office/drawing/2014/main" id="{DB8B00BC-0CF5-0CE7-2928-BB59D40B30C6}"/>
              </a:ext>
            </a:extLst>
          </p:cNvPr>
          <p:cNvSpPr txBox="1"/>
          <p:nvPr/>
        </p:nvSpPr>
        <p:spPr>
          <a:xfrm>
            <a:off x="5770000" y="1140000"/>
            <a:ext cx="5760000" cy="7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Plaasskepping gee goeie spesifieke validasie ("Beskryf plaas in ten minste 20 karakters").</a:t>
            </a:r>
          </a:p>
        </p:txBody>
      </p:sp>
      <p:sp>
        <p:nvSpPr>
          <p:cNvPr id="229" name="Kaart 2">
            <a:extLst>
              <a:ext uri="{FF2B5EF4-FFF2-40B4-BE49-F238E27FC236}">
                <a16:creationId xmlns:a16="http://schemas.microsoft.com/office/drawing/2014/main" id="{120E720A-2196-D8EE-E92D-A5ECA180A7D1}"/>
              </a:ext>
            </a:extLst>
          </p:cNvPr>
          <p:cNvSpPr/>
          <p:nvPr/>
        </p:nvSpPr>
        <p:spPr>
          <a:xfrm>
            <a:off x="5600000" y="2120000"/>
            <a:ext cx="6100000" cy="13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30" name="Kaart 2 punt">
            <a:extLst>
              <a:ext uri="{FF2B5EF4-FFF2-40B4-BE49-F238E27FC236}">
                <a16:creationId xmlns:a16="http://schemas.microsoft.com/office/drawing/2014/main" id="{F0434574-E692-598A-1723-D73D026CEF1D}"/>
              </a:ext>
            </a:extLst>
          </p:cNvPr>
          <p:cNvSpPr/>
          <p:nvPr/>
        </p:nvSpPr>
        <p:spPr>
          <a:xfrm>
            <a:off x="5770000" y="23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31" name="Kaart 2 kop">
            <a:extLst>
              <a:ext uri="{FF2B5EF4-FFF2-40B4-BE49-F238E27FC236}">
                <a16:creationId xmlns:a16="http://schemas.microsoft.com/office/drawing/2014/main" id="{4FC6372E-D2F1-493E-68DB-B745B01A6E0C}"/>
              </a:ext>
            </a:extLst>
          </p:cNvPr>
          <p:cNvSpPr txBox="1"/>
          <p:nvPr/>
        </p:nvSpPr>
        <p:spPr>
          <a:xfrm>
            <a:off x="5980000" y="22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Adverteerder Rol</a:t>
            </a:r>
          </a:p>
        </p:txBody>
      </p:sp>
      <p:sp>
        <p:nvSpPr>
          <p:cNvPr id="232" name="Kaart 2 teks">
            <a:extLst>
              <a:ext uri="{FF2B5EF4-FFF2-40B4-BE49-F238E27FC236}">
                <a16:creationId xmlns:a16="http://schemas.microsoft.com/office/drawing/2014/main" id="{DA5D65E1-23C4-137E-C828-E66A64CC8819}"/>
              </a:ext>
            </a:extLst>
          </p:cNvPr>
          <p:cNvSpPr txBox="1"/>
          <p:nvPr/>
        </p:nvSpPr>
        <p:spPr>
          <a:xfrm>
            <a:off x="5770000" y="2640000"/>
            <a:ext cx="5760000" cy="7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Advertensies word eers aktief ná betaling. Besigheidsreël word suksesvol afgedwing.</a:t>
            </a:r>
          </a:p>
        </p:txBody>
      </p:sp>
      <p:sp>
        <p:nvSpPr>
          <p:cNvPr id="233" name="Skermkapturing 1">
            <a:extLst>
              <a:ext uri="{FF2B5EF4-FFF2-40B4-BE49-F238E27FC236}">
                <a16:creationId xmlns:a16="http://schemas.microsoft.com/office/drawing/2014/main" id="{7736C72F-B778-BC56-CF11-76F769662879}"/>
              </a:ext>
            </a:extLst>
          </p:cNvPr>
          <p:cNvSpPr/>
          <p:nvPr/>
        </p:nvSpPr>
        <p:spPr>
          <a:xfrm>
            <a:off x="5600000" y="3720000"/>
            <a:ext cx="6100000" cy="25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D1EA70-D039-CCA8-4E85-224E5B014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000" y="3807241"/>
            <a:ext cx="2168763" cy="23555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6161E4-8F81-73FE-829F-5847A18AB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450" y="0"/>
            <a:ext cx="6825099" cy="1213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701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8000">
        <p159:morph option="byObject"/>
      </p:transition>
    </mc:Choice>
    <mc:Fallback xmlns="">
      <p:transition spd="slow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A925F-E1CA-A222-E902-F24300195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51247BCA-65F1-F220-AC3F-336A0262E9B6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4E135428-430A-AF38-2174-E0D9E98F77B0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E1340B5E-6E7B-1341-657C-58C2DAA9EBF1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Kicker">
            <a:extLst>
              <a:ext uri="{FF2B5EF4-FFF2-40B4-BE49-F238E27FC236}">
                <a16:creationId xmlns:a16="http://schemas.microsoft.com/office/drawing/2014/main" id="{924C8130-3FAC-E758-78E6-0E85CD8AD7A4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2</a:t>
            </a:r>
          </a:p>
        </p:txBody>
      </p:sp>
      <p:sp>
        <p:nvSpPr>
          <p:cNvPr id="224" name="Titel">
            <a:extLst>
              <a:ext uri="{FF2B5EF4-FFF2-40B4-BE49-F238E27FC236}">
                <a16:creationId xmlns:a16="http://schemas.microsoft.com/office/drawing/2014/main" id="{A1330A53-59B2-409B-7D0D-68D3ACC67567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Plaasskepping, Pakket &amp; Advertensie</a:t>
            </a:r>
          </a:p>
        </p:txBody>
      </p:sp>
      <p:sp>
        <p:nvSpPr>
          <p:cNvPr id="225" name="Kaart 1">
            <a:extLst>
              <a:ext uri="{FF2B5EF4-FFF2-40B4-BE49-F238E27FC236}">
                <a16:creationId xmlns:a16="http://schemas.microsoft.com/office/drawing/2014/main" id="{610AC0E3-25E0-C77D-2D24-4B4E823227C5}"/>
              </a:ext>
            </a:extLst>
          </p:cNvPr>
          <p:cNvSpPr/>
          <p:nvPr/>
        </p:nvSpPr>
        <p:spPr>
          <a:xfrm>
            <a:off x="5600000" y="620000"/>
            <a:ext cx="6100000" cy="13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26" name="Kaart 1 punt">
            <a:extLst>
              <a:ext uri="{FF2B5EF4-FFF2-40B4-BE49-F238E27FC236}">
                <a16:creationId xmlns:a16="http://schemas.microsoft.com/office/drawing/2014/main" id="{40BB4C05-2F40-D975-9C23-005B29489201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27" name="Kaart 1 kop">
            <a:extLst>
              <a:ext uri="{FF2B5EF4-FFF2-40B4-BE49-F238E27FC236}">
                <a16:creationId xmlns:a16="http://schemas.microsoft.com/office/drawing/2014/main" id="{01411667-F131-786D-16C5-46F9B610C8F1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Boer &amp; Uitruster</a:t>
            </a:r>
          </a:p>
        </p:txBody>
      </p:sp>
      <p:sp>
        <p:nvSpPr>
          <p:cNvPr id="228" name="Kaart 1 teks">
            <a:extLst>
              <a:ext uri="{FF2B5EF4-FFF2-40B4-BE49-F238E27FC236}">
                <a16:creationId xmlns:a16="http://schemas.microsoft.com/office/drawing/2014/main" id="{570BF2D8-D5D4-BE39-2008-7F1C78D9EFE7}"/>
              </a:ext>
            </a:extLst>
          </p:cNvPr>
          <p:cNvSpPr txBox="1"/>
          <p:nvPr/>
        </p:nvSpPr>
        <p:spPr>
          <a:xfrm>
            <a:off x="5770000" y="1140000"/>
            <a:ext cx="5760000" cy="7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Plaasskepping gee goeie spesifieke validasie ("Beskryf plaas in ten minste 20 karakters").</a:t>
            </a:r>
          </a:p>
        </p:txBody>
      </p:sp>
      <p:sp>
        <p:nvSpPr>
          <p:cNvPr id="229" name="Kaart 2">
            <a:extLst>
              <a:ext uri="{FF2B5EF4-FFF2-40B4-BE49-F238E27FC236}">
                <a16:creationId xmlns:a16="http://schemas.microsoft.com/office/drawing/2014/main" id="{447CA98F-308C-3AD7-E8B4-D4FED36524F7}"/>
              </a:ext>
            </a:extLst>
          </p:cNvPr>
          <p:cNvSpPr/>
          <p:nvPr/>
        </p:nvSpPr>
        <p:spPr>
          <a:xfrm>
            <a:off x="5600000" y="2120000"/>
            <a:ext cx="6100000" cy="13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30" name="Kaart 2 punt">
            <a:extLst>
              <a:ext uri="{FF2B5EF4-FFF2-40B4-BE49-F238E27FC236}">
                <a16:creationId xmlns:a16="http://schemas.microsoft.com/office/drawing/2014/main" id="{EA0341FB-B924-9082-48D8-8646ADB289AC}"/>
              </a:ext>
            </a:extLst>
          </p:cNvPr>
          <p:cNvSpPr/>
          <p:nvPr/>
        </p:nvSpPr>
        <p:spPr>
          <a:xfrm>
            <a:off x="5770000" y="23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31" name="Kaart 2 kop">
            <a:extLst>
              <a:ext uri="{FF2B5EF4-FFF2-40B4-BE49-F238E27FC236}">
                <a16:creationId xmlns:a16="http://schemas.microsoft.com/office/drawing/2014/main" id="{A4D48857-197D-8822-B33C-D3EBE510EAFD}"/>
              </a:ext>
            </a:extLst>
          </p:cNvPr>
          <p:cNvSpPr txBox="1"/>
          <p:nvPr/>
        </p:nvSpPr>
        <p:spPr>
          <a:xfrm>
            <a:off x="5980000" y="22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Adverteerder Rol</a:t>
            </a:r>
          </a:p>
        </p:txBody>
      </p:sp>
      <p:sp>
        <p:nvSpPr>
          <p:cNvPr id="232" name="Kaart 2 teks">
            <a:extLst>
              <a:ext uri="{FF2B5EF4-FFF2-40B4-BE49-F238E27FC236}">
                <a16:creationId xmlns:a16="http://schemas.microsoft.com/office/drawing/2014/main" id="{01D54391-97A3-2244-6B32-D47B1527F6A5}"/>
              </a:ext>
            </a:extLst>
          </p:cNvPr>
          <p:cNvSpPr txBox="1"/>
          <p:nvPr/>
        </p:nvSpPr>
        <p:spPr>
          <a:xfrm>
            <a:off x="5770000" y="2640000"/>
            <a:ext cx="5760000" cy="7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Advertensies word eers aktief ná betaling. Besigheidsreël word suksesvol afgedwing.</a:t>
            </a:r>
          </a:p>
        </p:txBody>
      </p:sp>
      <p:sp>
        <p:nvSpPr>
          <p:cNvPr id="233" name="Skermkapturing 1">
            <a:extLst>
              <a:ext uri="{FF2B5EF4-FFF2-40B4-BE49-F238E27FC236}">
                <a16:creationId xmlns:a16="http://schemas.microsoft.com/office/drawing/2014/main" id="{A111490A-2867-A40A-713F-4B881B6CF5BB}"/>
              </a:ext>
            </a:extLst>
          </p:cNvPr>
          <p:cNvSpPr/>
          <p:nvPr/>
        </p:nvSpPr>
        <p:spPr>
          <a:xfrm>
            <a:off x="5600000" y="3720000"/>
            <a:ext cx="6100000" cy="25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4E5462-0809-72ED-677C-80F9610BF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000" y="3807241"/>
            <a:ext cx="2168763" cy="23555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CEC3AE-26E6-FDF4-F6BD-71F9C8E6E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450" y="-5246755"/>
            <a:ext cx="6825099" cy="1213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9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Tm="8000">
        <p:push dir="u"/>
      </p:transition>
    </mc:Choice>
    <mc:Fallback xmlns="">
      <p:transition spd="slow" advTm="8000">
        <p:push dir="u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/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4" name="Kicker"/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3</a:t>
            </a:r>
          </a:p>
        </p:txBody>
      </p:sp>
      <p:sp>
        <p:nvSpPr>
          <p:cNvPr id="235" name="Titel"/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Soek, Bespreek &amp; Betalingsvloei</a:t>
            </a:r>
          </a:p>
        </p:txBody>
      </p:sp>
      <p:sp>
        <p:nvSpPr>
          <p:cNvPr id="236" name="Kaart 1"/>
          <p:cNvSpPr/>
          <p:nvPr/>
        </p:nvSpPr>
        <p:spPr>
          <a:xfrm>
            <a:off x="5600000" y="620000"/>
            <a:ext cx="6100000" cy="16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37" name="Kaart 1 punt"/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38" name="Kaart 1 kop"/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Soek &amp; Validatie</a:t>
            </a:r>
          </a:p>
        </p:txBody>
      </p:sp>
      <p:sp>
        <p:nvSpPr>
          <p:cNvPr id="239" name="Kaart 1 teks"/>
          <p:cNvSpPr txBox="1"/>
          <p:nvPr/>
        </p:nvSpPr>
        <p:spPr>
          <a:xfrm>
            <a:off x="5770000" y="1140000"/>
            <a:ext cx="5760000" cy="10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Datums in die verlede, einddatum voor begindatum en 0 jagters word nou korrek geweier met 'n duidelike Afrikaanse boodskap.</a:t>
            </a:r>
          </a:p>
        </p:txBody>
      </p:sp>
      <p:sp>
        <p:nvSpPr>
          <p:cNvPr id="240" name="Skermkapturing 1"/>
          <p:cNvSpPr/>
          <p:nvPr/>
        </p:nvSpPr>
        <p:spPr>
          <a:xfrm>
            <a:off x="5600000" y="2520000"/>
            <a:ext cx="6100000" cy="37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000">
        <p:fade/>
      </p:transition>
    </mc:Choice>
    <mc:Fallback xmlns="">
      <p:transition spd="med" advTm="7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236CB-610E-735E-1D22-098A077A6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06828C8-DE9A-A706-25CE-4759F0D8D997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36E04554-7015-83CF-ACB7-5A1DCDD63616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DE29D939-DD01-CF65-EAAB-1CEC11A111A7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4" name="Kicker">
            <a:extLst>
              <a:ext uri="{FF2B5EF4-FFF2-40B4-BE49-F238E27FC236}">
                <a16:creationId xmlns:a16="http://schemas.microsoft.com/office/drawing/2014/main" id="{CF7615B9-9EF2-4495-B975-9FC20256A3BE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3</a:t>
            </a:r>
          </a:p>
        </p:txBody>
      </p:sp>
      <p:sp>
        <p:nvSpPr>
          <p:cNvPr id="235" name="Titel">
            <a:extLst>
              <a:ext uri="{FF2B5EF4-FFF2-40B4-BE49-F238E27FC236}">
                <a16:creationId xmlns:a16="http://schemas.microsoft.com/office/drawing/2014/main" id="{872920E9-9CC2-B7FE-C76C-427CEAF7A626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Soek, Bespreek &amp; Betalingsvloei</a:t>
            </a:r>
          </a:p>
        </p:txBody>
      </p:sp>
      <p:sp>
        <p:nvSpPr>
          <p:cNvPr id="236" name="Kaart 1">
            <a:extLst>
              <a:ext uri="{FF2B5EF4-FFF2-40B4-BE49-F238E27FC236}">
                <a16:creationId xmlns:a16="http://schemas.microsoft.com/office/drawing/2014/main" id="{AA6646FA-C13E-E787-C6E5-AAD9C77C0872}"/>
              </a:ext>
            </a:extLst>
          </p:cNvPr>
          <p:cNvSpPr/>
          <p:nvPr/>
        </p:nvSpPr>
        <p:spPr>
          <a:xfrm>
            <a:off x="5600000" y="620000"/>
            <a:ext cx="6100000" cy="16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37" name="Kaart 1 punt">
            <a:extLst>
              <a:ext uri="{FF2B5EF4-FFF2-40B4-BE49-F238E27FC236}">
                <a16:creationId xmlns:a16="http://schemas.microsoft.com/office/drawing/2014/main" id="{019E79BC-6564-F3E7-B5CC-1A89F4FFFB7E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38" name="Kaart 1 kop">
            <a:extLst>
              <a:ext uri="{FF2B5EF4-FFF2-40B4-BE49-F238E27FC236}">
                <a16:creationId xmlns:a16="http://schemas.microsoft.com/office/drawing/2014/main" id="{21A8425C-CFB3-26D0-C043-CA5BC0DF7B00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Soek &amp; Validatie</a:t>
            </a:r>
          </a:p>
        </p:txBody>
      </p:sp>
      <p:sp>
        <p:nvSpPr>
          <p:cNvPr id="239" name="Kaart 1 teks">
            <a:extLst>
              <a:ext uri="{FF2B5EF4-FFF2-40B4-BE49-F238E27FC236}">
                <a16:creationId xmlns:a16="http://schemas.microsoft.com/office/drawing/2014/main" id="{2587A8AF-B5B2-1E2D-2D68-9EAB745C1408}"/>
              </a:ext>
            </a:extLst>
          </p:cNvPr>
          <p:cNvSpPr txBox="1"/>
          <p:nvPr/>
        </p:nvSpPr>
        <p:spPr>
          <a:xfrm>
            <a:off x="5770000" y="1140000"/>
            <a:ext cx="5760000" cy="10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Datums in die verlede, einddatum voor begindatum en 0 jagters word nou korrek geweier met 'n duidelike Afrikaanse boodskap.</a:t>
            </a:r>
          </a:p>
        </p:txBody>
      </p:sp>
      <p:sp>
        <p:nvSpPr>
          <p:cNvPr id="240" name="Skermkapturing 1">
            <a:extLst>
              <a:ext uri="{FF2B5EF4-FFF2-40B4-BE49-F238E27FC236}">
                <a16:creationId xmlns:a16="http://schemas.microsoft.com/office/drawing/2014/main" id="{755B4AFE-CCB4-7E00-1220-43FBF7F0F26B}"/>
              </a:ext>
            </a:extLst>
          </p:cNvPr>
          <p:cNvSpPr/>
          <p:nvPr/>
        </p:nvSpPr>
        <p:spPr>
          <a:xfrm>
            <a:off x="5600000" y="2520000"/>
            <a:ext cx="6100000" cy="37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8EB3A8-B569-BCEF-4C1F-D68D1C04B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526" y="0"/>
            <a:ext cx="72189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367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9000">
        <p:fade/>
      </p:transition>
    </mc:Choice>
    <mc:Fallback xmlns="">
      <p:transition spd="med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1A31B5-49A7-FCD4-A2F8-E38E3E81B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2595FB66-B868-BAE3-3CA7-1A44797BB765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B641A0CC-359A-40F0-85B8-46EB2CDF2652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62B53A87-47F8-86A4-031D-D65A1065B4A1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4" name="Kicker">
            <a:extLst>
              <a:ext uri="{FF2B5EF4-FFF2-40B4-BE49-F238E27FC236}">
                <a16:creationId xmlns:a16="http://schemas.microsoft.com/office/drawing/2014/main" id="{06C5AA28-1B27-28A8-9BCD-1292798C8553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3</a:t>
            </a:r>
          </a:p>
        </p:txBody>
      </p:sp>
      <p:sp>
        <p:nvSpPr>
          <p:cNvPr id="235" name="Titel">
            <a:extLst>
              <a:ext uri="{FF2B5EF4-FFF2-40B4-BE49-F238E27FC236}">
                <a16:creationId xmlns:a16="http://schemas.microsoft.com/office/drawing/2014/main" id="{A9730E1B-5E88-77E0-061E-6CF734FA9463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Soek, Bespreek &amp; Betalingsvloei</a:t>
            </a:r>
          </a:p>
        </p:txBody>
      </p:sp>
      <p:sp>
        <p:nvSpPr>
          <p:cNvPr id="236" name="Kaart 1">
            <a:extLst>
              <a:ext uri="{FF2B5EF4-FFF2-40B4-BE49-F238E27FC236}">
                <a16:creationId xmlns:a16="http://schemas.microsoft.com/office/drawing/2014/main" id="{D49DD4D4-A132-A57A-630E-1E7D5CEA4CC8}"/>
              </a:ext>
            </a:extLst>
          </p:cNvPr>
          <p:cNvSpPr/>
          <p:nvPr/>
        </p:nvSpPr>
        <p:spPr>
          <a:xfrm>
            <a:off x="5600000" y="620000"/>
            <a:ext cx="6100000" cy="16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37" name="Kaart 1 punt">
            <a:extLst>
              <a:ext uri="{FF2B5EF4-FFF2-40B4-BE49-F238E27FC236}">
                <a16:creationId xmlns:a16="http://schemas.microsoft.com/office/drawing/2014/main" id="{C3430312-4676-8668-6B8A-1FD289C954AC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38" name="Kaart 1 kop">
            <a:extLst>
              <a:ext uri="{FF2B5EF4-FFF2-40B4-BE49-F238E27FC236}">
                <a16:creationId xmlns:a16="http://schemas.microsoft.com/office/drawing/2014/main" id="{59B6B770-F48F-1EF7-4D08-1AB81D3A4F9C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Soek &amp; Validatie</a:t>
            </a:r>
          </a:p>
        </p:txBody>
      </p:sp>
      <p:sp>
        <p:nvSpPr>
          <p:cNvPr id="239" name="Kaart 1 teks">
            <a:extLst>
              <a:ext uri="{FF2B5EF4-FFF2-40B4-BE49-F238E27FC236}">
                <a16:creationId xmlns:a16="http://schemas.microsoft.com/office/drawing/2014/main" id="{B04A4470-1412-629D-C541-507DFEF68A81}"/>
              </a:ext>
            </a:extLst>
          </p:cNvPr>
          <p:cNvSpPr txBox="1"/>
          <p:nvPr/>
        </p:nvSpPr>
        <p:spPr>
          <a:xfrm>
            <a:off x="5770000" y="1140000"/>
            <a:ext cx="5760000" cy="10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Datums in die verlede, einddatum voor begindatum en 0 jagters word nou korrek geweier met 'n duidelike Afrikaanse boodskap.</a:t>
            </a:r>
          </a:p>
        </p:txBody>
      </p:sp>
      <p:sp>
        <p:nvSpPr>
          <p:cNvPr id="240" name="Skermkapturing 1">
            <a:extLst>
              <a:ext uri="{FF2B5EF4-FFF2-40B4-BE49-F238E27FC236}">
                <a16:creationId xmlns:a16="http://schemas.microsoft.com/office/drawing/2014/main" id="{8F6784D0-9662-1B48-59F0-CAE985C8A469}"/>
              </a:ext>
            </a:extLst>
          </p:cNvPr>
          <p:cNvSpPr/>
          <p:nvPr/>
        </p:nvSpPr>
        <p:spPr>
          <a:xfrm>
            <a:off x="5600000" y="2520000"/>
            <a:ext cx="6100000" cy="37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5B04B1-9290-4AB9-3829-A72B5BFB8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000" y="2619754"/>
            <a:ext cx="2245592" cy="21333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4B04D6-75D0-2D42-48BB-C100DE7FB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379" y="0"/>
            <a:ext cx="90352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292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000">
        <p159:morph option="byObject"/>
      </p:transition>
    </mc:Choice>
    <mc:Fallback xmlns="">
      <p:transition spd="slow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CA0C0-9A97-C040-DADB-72E8DE221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3C95B16-D9B4-FB55-B688-9EB42DBA6BCD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8A397DFC-2CE8-2FFB-B5B7-B8D4EA4B9E19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49868849-8954-63AA-E3F9-810D19073553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4" name="Kicker">
            <a:extLst>
              <a:ext uri="{FF2B5EF4-FFF2-40B4-BE49-F238E27FC236}">
                <a16:creationId xmlns:a16="http://schemas.microsoft.com/office/drawing/2014/main" id="{34F4F031-8351-C8A6-73CD-C5E3D7DE54EF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3</a:t>
            </a:r>
          </a:p>
        </p:txBody>
      </p:sp>
      <p:sp>
        <p:nvSpPr>
          <p:cNvPr id="235" name="Titel">
            <a:extLst>
              <a:ext uri="{FF2B5EF4-FFF2-40B4-BE49-F238E27FC236}">
                <a16:creationId xmlns:a16="http://schemas.microsoft.com/office/drawing/2014/main" id="{89446570-344B-A101-50A1-77A041705BDA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Soek, Bespreek &amp; Betalingsvloei</a:t>
            </a:r>
          </a:p>
        </p:txBody>
      </p:sp>
      <p:sp>
        <p:nvSpPr>
          <p:cNvPr id="236" name="Kaart 1">
            <a:extLst>
              <a:ext uri="{FF2B5EF4-FFF2-40B4-BE49-F238E27FC236}">
                <a16:creationId xmlns:a16="http://schemas.microsoft.com/office/drawing/2014/main" id="{22B8107B-F39A-B16D-2050-B40ECD3C725E}"/>
              </a:ext>
            </a:extLst>
          </p:cNvPr>
          <p:cNvSpPr/>
          <p:nvPr/>
        </p:nvSpPr>
        <p:spPr>
          <a:xfrm>
            <a:off x="5600000" y="620000"/>
            <a:ext cx="6100000" cy="16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37" name="Kaart 1 punt">
            <a:extLst>
              <a:ext uri="{FF2B5EF4-FFF2-40B4-BE49-F238E27FC236}">
                <a16:creationId xmlns:a16="http://schemas.microsoft.com/office/drawing/2014/main" id="{648F7D2C-1BDE-5C4D-941B-B5E0675197DC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38" name="Kaart 1 kop">
            <a:extLst>
              <a:ext uri="{FF2B5EF4-FFF2-40B4-BE49-F238E27FC236}">
                <a16:creationId xmlns:a16="http://schemas.microsoft.com/office/drawing/2014/main" id="{229C908D-96AD-8920-9161-6B583FB6DD40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Soek &amp; Validatie</a:t>
            </a:r>
          </a:p>
        </p:txBody>
      </p:sp>
      <p:sp>
        <p:nvSpPr>
          <p:cNvPr id="239" name="Kaart 1 teks">
            <a:extLst>
              <a:ext uri="{FF2B5EF4-FFF2-40B4-BE49-F238E27FC236}">
                <a16:creationId xmlns:a16="http://schemas.microsoft.com/office/drawing/2014/main" id="{BD90B7F4-C047-6CCE-E4BC-7D9CB82C6E4A}"/>
              </a:ext>
            </a:extLst>
          </p:cNvPr>
          <p:cNvSpPr txBox="1"/>
          <p:nvPr/>
        </p:nvSpPr>
        <p:spPr>
          <a:xfrm>
            <a:off x="5770000" y="1140000"/>
            <a:ext cx="5760000" cy="10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Datums in die verlede, einddatum voor begindatum en 0 jagters word nou korrek geweier met 'n duidelike Afrikaanse boodskap.</a:t>
            </a:r>
          </a:p>
        </p:txBody>
      </p:sp>
      <p:sp>
        <p:nvSpPr>
          <p:cNvPr id="240" name="Skermkapturing 1">
            <a:extLst>
              <a:ext uri="{FF2B5EF4-FFF2-40B4-BE49-F238E27FC236}">
                <a16:creationId xmlns:a16="http://schemas.microsoft.com/office/drawing/2014/main" id="{4E0184F2-58EC-9875-FEE3-D957302F95F1}"/>
              </a:ext>
            </a:extLst>
          </p:cNvPr>
          <p:cNvSpPr/>
          <p:nvPr/>
        </p:nvSpPr>
        <p:spPr>
          <a:xfrm>
            <a:off x="5600000" y="2520000"/>
            <a:ext cx="6100000" cy="37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ACCC83-2E2A-DDDA-4304-4AA599FB9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000" y="2619754"/>
            <a:ext cx="2245592" cy="21333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4426C2-5C15-37DA-366E-D411D8BDF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592" y="2619754"/>
            <a:ext cx="2762043" cy="2096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9FF4E8-50DF-21B4-83F3-480DC85E8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69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000">
        <p159:morph option="byObject"/>
      </p:transition>
    </mc:Choice>
    <mc:Fallback xmlns="">
      <p:transition spd="slow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005D31-9267-FDBA-639D-6D159E2B3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80722474-B562-8183-D1DD-8474891131E2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424979C3-E4C3-0CB9-E643-1FBEAE2ED850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BCFEA9E8-FAF9-5F82-E51D-37B97E5C7141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4" name="Kicker">
            <a:extLst>
              <a:ext uri="{FF2B5EF4-FFF2-40B4-BE49-F238E27FC236}">
                <a16:creationId xmlns:a16="http://schemas.microsoft.com/office/drawing/2014/main" id="{9D7E12B6-9BD5-761C-7DED-D8982E75433B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3</a:t>
            </a:r>
          </a:p>
        </p:txBody>
      </p:sp>
      <p:sp>
        <p:nvSpPr>
          <p:cNvPr id="235" name="Titel">
            <a:extLst>
              <a:ext uri="{FF2B5EF4-FFF2-40B4-BE49-F238E27FC236}">
                <a16:creationId xmlns:a16="http://schemas.microsoft.com/office/drawing/2014/main" id="{FD379A0F-3C12-E8C0-7794-0B0D588B806F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Soek, Bespreek &amp; Betalingsvloei</a:t>
            </a:r>
          </a:p>
        </p:txBody>
      </p:sp>
      <p:sp>
        <p:nvSpPr>
          <p:cNvPr id="236" name="Kaart 1">
            <a:extLst>
              <a:ext uri="{FF2B5EF4-FFF2-40B4-BE49-F238E27FC236}">
                <a16:creationId xmlns:a16="http://schemas.microsoft.com/office/drawing/2014/main" id="{378CE1B4-4E01-08D8-041C-D56142A7BA72}"/>
              </a:ext>
            </a:extLst>
          </p:cNvPr>
          <p:cNvSpPr/>
          <p:nvPr/>
        </p:nvSpPr>
        <p:spPr>
          <a:xfrm>
            <a:off x="5600000" y="620000"/>
            <a:ext cx="6100000" cy="16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37" name="Kaart 1 punt">
            <a:extLst>
              <a:ext uri="{FF2B5EF4-FFF2-40B4-BE49-F238E27FC236}">
                <a16:creationId xmlns:a16="http://schemas.microsoft.com/office/drawing/2014/main" id="{C2B11D44-A128-FE87-A39A-2E832980DACB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38" name="Kaart 1 kop">
            <a:extLst>
              <a:ext uri="{FF2B5EF4-FFF2-40B4-BE49-F238E27FC236}">
                <a16:creationId xmlns:a16="http://schemas.microsoft.com/office/drawing/2014/main" id="{0F8D5C84-428F-B9D0-D205-91F2E2EFF961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Soek &amp; Validatie</a:t>
            </a:r>
          </a:p>
        </p:txBody>
      </p:sp>
      <p:sp>
        <p:nvSpPr>
          <p:cNvPr id="239" name="Kaart 1 teks">
            <a:extLst>
              <a:ext uri="{FF2B5EF4-FFF2-40B4-BE49-F238E27FC236}">
                <a16:creationId xmlns:a16="http://schemas.microsoft.com/office/drawing/2014/main" id="{AA3A0195-4114-636A-057C-70DE2B499112}"/>
              </a:ext>
            </a:extLst>
          </p:cNvPr>
          <p:cNvSpPr txBox="1"/>
          <p:nvPr/>
        </p:nvSpPr>
        <p:spPr>
          <a:xfrm>
            <a:off x="5770000" y="1140000"/>
            <a:ext cx="5760000" cy="10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Datums in die verlede, einddatum voor begindatum en 0 jagters word nou korrek geweier met 'n duidelike Afrikaanse boodskap.</a:t>
            </a:r>
          </a:p>
        </p:txBody>
      </p:sp>
      <p:sp>
        <p:nvSpPr>
          <p:cNvPr id="240" name="Skermkapturing 1">
            <a:extLst>
              <a:ext uri="{FF2B5EF4-FFF2-40B4-BE49-F238E27FC236}">
                <a16:creationId xmlns:a16="http://schemas.microsoft.com/office/drawing/2014/main" id="{81AE5807-F3E4-B047-EDF2-7B0B858AFCB0}"/>
              </a:ext>
            </a:extLst>
          </p:cNvPr>
          <p:cNvSpPr/>
          <p:nvPr/>
        </p:nvSpPr>
        <p:spPr>
          <a:xfrm>
            <a:off x="5600000" y="2520000"/>
            <a:ext cx="6100000" cy="37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C718BA-5AAB-519C-8B00-7005777C1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000" y="2619754"/>
            <a:ext cx="2245592" cy="21333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A04B39-CEA6-4E3C-60BB-E01B8A71E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592" y="2619754"/>
            <a:ext cx="2762043" cy="2096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A0819C-1FA9-529B-C6B1-9B790C3AF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654" y="4385000"/>
            <a:ext cx="2692284" cy="16826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83B9A8-F52C-7A10-970D-D80B06C6BC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149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000">
        <p159:morph option="byObject"/>
      </p:transition>
    </mc:Choice>
    <mc:Fallback xmlns="">
      <p:transition spd="slow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77D4D6-44EA-E22C-29F7-BD46E706F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417FAC49-90B0-8A05-C121-1EFE28CA39A3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F9814D3C-0361-0852-4686-AE8A4A4FA6CC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3972383F-6C70-0610-CAFD-49EEA9A82477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1" name="Kicker">
            <a:extLst>
              <a:ext uri="{FF2B5EF4-FFF2-40B4-BE49-F238E27FC236}">
                <a16:creationId xmlns:a16="http://schemas.microsoft.com/office/drawing/2014/main" id="{9CA3B0BF-BE78-7CE9-B65D-D3FCCC428017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4</a:t>
            </a:r>
          </a:p>
        </p:txBody>
      </p:sp>
      <p:sp>
        <p:nvSpPr>
          <p:cNvPr id="242" name="Titel">
            <a:extLst>
              <a:ext uri="{FF2B5EF4-FFF2-40B4-BE49-F238E27FC236}">
                <a16:creationId xmlns:a16="http://schemas.microsoft.com/office/drawing/2014/main" id="{490C0349-BE8F-4A6B-5E32-903F50B74E76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Spanbestuur &amp; Groepklets</a:t>
            </a:r>
          </a:p>
        </p:txBody>
      </p:sp>
      <p:sp>
        <p:nvSpPr>
          <p:cNvPr id="243" name="Kaart 1">
            <a:extLst>
              <a:ext uri="{FF2B5EF4-FFF2-40B4-BE49-F238E27FC236}">
                <a16:creationId xmlns:a16="http://schemas.microsoft.com/office/drawing/2014/main" id="{FCE91FD1-FE19-4419-9129-401C69A7FE0C}"/>
              </a:ext>
            </a:extLst>
          </p:cNvPr>
          <p:cNvSpPr/>
          <p:nvPr/>
        </p:nvSpPr>
        <p:spPr>
          <a:xfrm>
            <a:off x="5600000" y="62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44" name="Kaart 1 punt">
            <a:extLst>
              <a:ext uri="{FF2B5EF4-FFF2-40B4-BE49-F238E27FC236}">
                <a16:creationId xmlns:a16="http://schemas.microsoft.com/office/drawing/2014/main" id="{608F8282-B0BD-21A6-1102-889526BD00CF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45" name="Kaart 1 kop">
            <a:extLst>
              <a:ext uri="{FF2B5EF4-FFF2-40B4-BE49-F238E27FC236}">
                <a16:creationId xmlns:a16="http://schemas.microsoft.com/office/drawing/2014/main" id="{42554FF6-2401-F92B-EDC4-117FA7902CE6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Personeel &amp; Ekstra Jagters</a:t>
            </a:r>
          </a:p>
        </p:txBody>
      </p:sp>
      <p:sp>
        <p:nvSpPr>
          <p:cNvPr id="246" name="Kaart 1 teks">
            <a:extLst>
              <a:ext uri="{FF2B5EF4-FFF2-40B4-BE49-F238E27FC236}">
                <a16:creationId xmlns:a16="http://schemas.microsoft.com/office/drawing/2014/main" id="{6F694B8B-CD73-90DC-5370-EA21CDDE00ED}"/>
              </a:ext>
            </a:extLst>
          </p:cNvPr>
          <p:cNvSpPr txBox="1"/>
          <p:nvPr/>
        </p:nvSpPr>
        <p:spPr>
          <a:xfrm>
            <a:off x="5770000" y="114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PH/VG toewysing met redes werk vlot. Ekstra jagters sien lys sonder dat e-posse bekendgemaak word (privaatheid beskerm).</a:t>
            </a:r>
          </a:p>
        </p:txBody>
      </p:sp>
      <p:sp>
        <p:nvSpPr>
          <p:cNvPr id="247" name="Kaart 2">
            <a:extLst>
              <a:ext uri="{FF2B5EF4-FFF2-40B4-BE49-F238E27FC236}">
                <a16:creationId xmlns:a16="http://schemas.microsoft.com/office/drawing/2014/main" id="{519E807C-8971-021E-34EC-5CEFCA188EAA}"/>
              </a:ext>
            </a:extLst>
          </p:cNvPr>
          <p:cNvSpPr/>
          <p:nvPr/>
        </p:nvSpPr>
        <p:spPr>
          <a:xfrm>
            <a:off x="5600000" y="227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48" name="Kaart 2 punt">
            <a:extLst>
              <a:ext uri="{FF2B5EF4-FFF2-40B4-BE49-F238E27FC236}">
                <a16:creationId xmlns:a16="http://schemas.microsoft.com/office/drawing/2014/main" id="{1C48CC21-ECED-3AF5-5D7E-0897AB7F4C63}"/>
              </a:ext>
            </a:extLst>
          </p:cNvPr>
          <p:cNvSpPr/>
          <p:nvPr/>
        </p:nvSpPr>
        <p:spPr>
          <a:xfrm>
            <a:off x="5770000" y="247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49" name="Kaart 2 kop">
            <a:extLst>
              <a:ext uri="{FF2B5EF4-FFF2-40B4-BE49-F238E27FC236}">
                <a16:creationId xmlns:a16="http://schemas.microsoft.com/office/drawing/2014/main" id="{5F6A3205-45EC-8170-5407-08EE32093B05}"/>
              </a:ext>
            </a:extLst>
          </p:cNvPr>
          <p:cNvSpPr txBox="1"/>
          <p:nvPr/>
        </p:nvSpPr>
        <p:spPr>
          <a:xfrm>
            <a:off x="5980000" y="236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Klets &amp; Uitnodigings</a:t>
            </a:r>
          </a:p>
        </p:txBody>
      </p:sp>
      <p:sp>
        <p:nvSpPr>
          <p:cNvPr id="250" name="Kaart 2 teks">
            <a:extLst>
              <a:ext uri="{FF2B5EF4-FFF2-40B4-BE49-F238E27FC236}">
                <a16:creationId xmlns:a16="http://schemas.microsoft.com/office/drawing/2014/main" id="{D8D7F4F4-5FCF-33C7-A425-0C557F8FCE42}"/>
              </a:ext>
            </a:extLst>
          </p:cNvPr>
          <p:cNvSpPr txBox="1"/>
          <p:nvPr/>
        </p:nvSpPr>
        <p:spPr>
          <a:xfrm>
            <a:off x="5770000" y="279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Klets werk tussen Web en App sonder bedienerfoute. PH-uitnodiging wys nou ekspedisienaam en voorwaardes korrek.</a:t>
            </a:r>
          </a:p>
        </p:txBody>
      </p:sp>
      <p:sp>
        <p:nvSpPr>
          <p:cNvPr id="251" name="Skermkapturing 1">
            <a:extLst>
              <a:ext uri="{FF2B5EF4-FFF2-40B4-BE49-F238E27FC236}">
                <a16:creationId xmlns:a16="http://schemas.microsoft.com/office/drawing/2014/main" id="{872AB4C5-43EC-3DEE-E902-CEB99EA76C0C}"/>
              </a:ext>
            </a:extLst>
          </p:cNvPr>
          <p:cNvSpPr/>
          <p:nvPr/>
        </p:nvSpPr>
        <p:spPr>
          <a:xfrm>
            <a:off x="5600000" y="4020000"/>
            <a:ext cx="2975000" cy="22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2" name="Skermkapturing 2">
            <a:extLst>
              <a:ext uri="{FF2B5EF4-FFF2-40B4-BE49-F238E27FC236}">
                <a16:creationId xmlns:a16="http://schemas.microsoft.com/office/drawing/2014/main" id="{0BE4F901-D8BF-1EE1-857C-BAADA3BFA672}"/>
              </a:ext>
            </a:extLst>
          </p:cNvPr>
          <p:cNvSpPr/>
          <p:nvPr/>
        </p:nvSpPr>
        <p:spPr>
          <a:xfrm>
            <a:off x="8739019" y="3940000"/>
            <a:ext cx="2975000" cy="22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218316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000">
        <p:fade/>
      </p:transition>
    </mc:Choice>
    <mc:Fallback xmlns="">
      <p:transition spd="med" advTm="7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2061FA-C17D-15F2-891A-818881F59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98CBBC7-6047-9A8B-FCB2-1AC1FB372E5F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A6400AE7-E4EC-C0C9-5F02-BF9F3F0581C2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A502243D-1AEF-846E-2CAF-A168DA2F9DBA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1" name="Kicker">
            <a:extLst>
              <a:ext uri="{FF2B5EF4-FFF2-40B4-BE49-F238E27FC236}">
                <a16:creationId xmlns:a16="http://schemas.microsoft.com/office/drawing/2014/main" id="{7B9BF1DF-E1FF-8CCE-2E42-AABD327E330A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4</a:t>
            </a:r>
          </a:p>
        </p:txBody>
      </p:sp>
      <p:sp>
        <p:nvSpPr>
          <p:cNvPr id="242" name="Titel">
            <a:extLst>
              <a:ext uri="{FF2B5EF4-FFF2-40B4-BE49-F238E27FC236}">
                <a16:creationId xmlns:a16="http://schemas.microsoft.com/office/drawing/2014/main" id="{9232E281-5E60-AD5E-18E1-E9C8744D7936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Spanbestuur &amp; Groepklets</a:t>
            </a:r>
          </a:p>
        </p:txBody>
      </p:sp>
      <p:sp>
        <p:nvSpPr>
          <p:cNvPr id="243" name="Kaart 1">
            <a:extLst>
              <a:ext uri="{FF2B5EF4-FFF2-40B4-BE49-F238E27FC236}">
                <a16:creationId xmlns:a16="http://schemas.microsoft.com/office/drawing/2014/main" id="{BF850D45-4FDB-2AC8-EF17-D5C9159A58AF}"/>
              </a:ext>
            </a:extLst>
          </p:cNvPr>
          <p:cNvSpPr/>
          <p:nvPr/>
        </p:nvSpPr>
        <p:spPr>
          <a:xfrm>
            <a:off x="5600000" y="62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44" name="Kaart 1 punt">
            <a:extLst>
              <a:ext uri="{FF2B5EF4-FFF2-40B4-BE49-F238E27FC236}">
                <a16:creationId xmlns:a16="http://schemas.microsoft.com/office/drawing/2014/main" id="{85F75997-98C7-2E04-A6E8-042C27889969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45" name="Kaart 1 kop">
            <a:extLst>
              <a:ext uri="{FF2B5EF4-FFF2-40B4-BE49-F238E27FC236}">
                <a16:creationId xmlns:a16="http://schemas.microsoft.com/office/drawing/2014/main" id="{F8E63A52-1886-D9FF-8AFD-A43B195E2E61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Personeel &amp; Ekstra Jagters</a:t>
            </a:r>
          </a:p>
        </p:txBody>
      </p:sp>
      <p:sp>
        <p:nvSpPr>
          <p:cNvPr id="246" name="Kaart 1 teks">
            <a:extLst>
              <a:ext uri="{FF2B5EF4-FFF2-40B4-BE49-F238E27FC236}">
                <a16:creationId xmlns:a16="http://schemas.microsoft.com/office/drawing/2014/main" id="{720FB5D6-D228-ECBD-6ECA-DAF3AC90075B}"/>
              </a:ext>
            </a:extLst>
          </p:cNvPr>
          <p:cNvSpPr txBox="1"/>
          <p:nvPr/>
        </p:nvSpPr>
        <p:spPr>
          <a:xfrm>
            <a:off x="5770000" y="114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PH/VG toewysing met redes werk vlot. Ekstra jagters sien lys sonder dat e-posse bekendgemaak word (privaatheid beskerm).</a:t>
            </a:r>
          </a:p>
        </p:txBody>
      </p:sp>
      <p:sp>
        <p:nvSpPr>
          <p:cNvPr id="247" name="Kaart 2">
            <a:extLst>
              <a:ext uri="{FF2B5EF4-FFF2-40B4-BE49-F238E27FC236}">
                <a16:creationId xmlns:a16="http://schemas.microsoft.com/office/drawing/2014/main" id="{1F27A931-3BFE-FC65-4646-E23205B25024}"/>
              </a:ext>
            </a:extLst>
          </p:cNvPr>
          <p:cNvSpPr/>
          <p:nvPr/>
        </p:nvSpPr>
        <p:spPr>
          <a:xfrm>
            <a:off x="5600000" y="227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48" name="Kaart 2 punt">
            <a:extLst>
              <a:ext uri="{FF2B5EF4-FFF2-40B4-BE49-F238E27FC236}">
                <a16:creationId xmlns:a16="http://schemas.microsoft.com/office/drawing/2014/main" id="{43BB0275-70C0-0436-2248-FEB8AA4CFE36}"/>
              </a:ext>
            </a:extLst>
          </p:cNvPr>
          <p:cNvSpPr/>
          <p:nvPr/>
        </p:nvSpPr>
        <p:spPr>
          <a:xfrm>
            <a:off x="5770000" y="247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49" name="Kaart 2 kop">
            <a:extLst>
              <a:ext uri="{FF2B5EF4-FFF2-40B4-BE49-F238E27FC236}">
                <a16:creationId xmlns:a16="http://schemas.microsoft.com/office/drawing/2014/main" id="{A39AFF8E-623E-D097-4699-4DFAA7E29904}"/>
              </a:ext>
            </a:extLst>
          </p:cNvPr>
          <p:cNvSpPr txBox="1"/>
          <p:nvPr/>
        </p:nvSpPr>
        <p:spPr>
          <a:xfrm>
            <a:off x="5980000" y="236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Klets &amp; Uitnodigings</a:t>
            </a:r>
          </a:p>
        </p:txBody>
      </p:sp>
      <p:sp>
        <p:nvSpPr>
          <p:cNvPr id="250" name="Kaart 2 teks">
            <a:extLst>
              <a:ext uri="{FF2B5EF4-FFF2-40B4-BE49-F238E27FC236}">
                <a16:creationId xmlns:a16="http://schemas.microsoft.com/office/drawing/2014/main" id="{1177EE75-CA05-9A4C-AAA0-AF21F69D4310}"/>
              </a:ext>
            </a:extLst>
          </p:cNvPr>
          <p:cNvSpPr txBox="1"/>
          <p:nvPr/>
        </p:nvSpPr>
        <p:spPr>
          <a:xfrm>
            <a:off x="5770000" y="279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Klets werk tussen Web en App sonder bedienerfoute. PH-uitnodiging wys nou ekspedisienaam en voorwaardes korrek.</a:t>
            </a:r>
          </a:p>
        </p:txBody>
      </p:sp>
      <p:sp>
        <p:nvSpPr>
          <p:cNvPr id="251" name="Skermkapturing 1">
            <a:extLst>
              <a:ext uri="{FF2B5EF4-FFF2-40B4-BE49-F238E27FC236}">
                <a16:creationId xmlns:a16="http://schemas.microsoft.com/office/drawing/2014/main" id="{BBE6CDAD-5D83-4113-C116-173DA5982120}"/>
              </a:ext>
            </a:extLst>
          </p:cNvPr>
          <p:cNvSpPr/>
          <p:nvPr/>
        </p:nvSpPr>
        <p:spPr>
          <a:xfrm>
            <a:off x="5600000" y="4020000"/>
            <a:ext cx="2975000" cy="22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2" name="Skermkapturing 2">
            <a:extLst>
              <a:ext uri="{FF2B5EF4-FFF2-40B4-BE49-F238E27FC236}">
                <a16:creationId xmlns:a16="http://schemas.microsoft.com/office/drawing/2014/main" id="{D90E46BE-82DF-BE97-8A3A-1631E722323A}"/>
              </a:ext>
            </a:extLst>
          </p:cNvPr>
          <p:cNvSpPr/>
          <p:nvPr/>
        </p:nvSpPr>
        <p:spPr>
          <a:xfrm>
            <a:off x="8739019" y="3940000"/>
            <a:ext cx="2975000" cy="22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B2D9B6-66D0-C423-4E0E-8276140D7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1" y="180470"/>
            <a:ext cx="3034959" cy="649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15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"/>
    </mc:Choice>
    <mc:Fallback xmlns=""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/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1" name="Kicker"/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4</a:t>
            </a:r>
          </a:p>
        </p:txBody>
      </p:sp>
      <p:sp>
        <p:nvSpPr>
          <p:cNvPr id="242" name="Titel"/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Spanbestuur &amp; Groepklets</a:t>
            </a:r>
          </a:p>
        </p:txBody>
      </p:sp>
      <p:sp>
        <p:nvSpPr>
          <p:cNvPr id="243" name="Kaart 1"/>
          <p:cNvSpPr/>
          <p:nvPr/>
        </p:nvSpPr>
        <p:spPr>
          <a:xfrm>
            <a:off x="5600000" y="62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44" name="Kaart 1 punt"/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45" name="Kaart 1 kop"/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Personeel &amp; Ekstra Jagters</a:t>
            </a:r>
          </a:p>
        </p:txBody>
      </p:sp>
      <p:sp>
        <p:nvSpPr>
          <p:cNvPr id="246" name="Kaart 1 teks"/>
          <p:cNvSpPr txBox="1"/>
          <p:nvPr/>
        </p:nvSpPr>
        <p:spPr>
          <a:xfrm>
            <a:off x="5770000" y="114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PH/VG toewysing met redes werk vlot. Ekstra jagters sien lys sonder dat e-posse bekendgemaak word (privaatheid beskerm).</a:t>
            </a:r>
          </a:p>
        </p:txBody>
      </p:sp>
      <p:sp>
        <p:nvSpPr>
          <p:cNvPr id="247" name="Kaart 2"/>
          <p:cNvSpPr/>
          <p:nvPr/>
        </p:nvSpPr>
        <p:spPr>
          <a:xfrm>
            <a:off x="5600000" y="227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48" name="Kaart 2 punt"/>
          <p:cNvSpPr/>
          <p:nvPr/>
        </p:nvSpPr>
        <p:spPr>
          <a:xfrm>
            <a:off x="5770000" y="247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49" name="Kaart 2 kop"/>
          <p:cNvSpPr txBox="1"/>
          <p:nvPr/>
        </p:nvSpPr>
        <p:spPr>
          <a:xfrm>
            <a:off x="5980000" y="236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Klets &amp; Uitnodigings</a:t>
            </a:r>
          </a:p>
        </p:txBody>
      </p:sp>
      <p:sp>
        <p:nvSpPr>
          <p:cNvPr id="250" name="Kaart 2 teks"/>
          <p:cNvSpPr txBox="1"/>
          <p:nvPr/>
        </p:nvSpPr>
        <p:spPr>
          <a:xfrm>
            <a:off x="5770000" y="279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Klets werk tussen Web en App sonder bedienerfoute. PH-uitnodiging wys nou ekspedisienaam en voorwaardes korrek.</a:t>
            </a:r>
          </a:p>
        </p:txBody>
      </p:sp>
      <p:sp>
        <p:nvSpPr>
          <p:cNvPr id="251" name="Skermkapturing 1"/>
          <p:cNvSpPr/>
          <p:nvPr/>
        </p:nvSpPr>
        <p:spPr>
          <a:xfrm>
            <a:off x="5600000" y="4020000"/>
            <a:ext cx="2975000" cy="22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2" name="Skermkapturing 2"/>
          <p:cNvSpPr/>
          <p:nvPr/>
        </p:nvSpPr>
        <p:spPr>
          <a:xfrm>
            <a:off x="8739019" y="3940000"/>
            <a:ext cx="2975000" cy="22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6675B8-13A0-DE88-95E7-5A2F60DEB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7187" y="3920000"/>
            <a:ext cx="1036090" cy="221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EA4E8B-B813-7536-2215-DFE583E3B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03" y="209023"/>
            <a:ext cx="3008284" cy="6439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000">
        <p159:morph option="byObject"/>
      </p:transition>
    </mc:Choice>
    <mc:Fallback xmlns="">
      <p:transition spd="slow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4729A5-FF4A-CACB-F7C3-70840198E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CDCFDCA7-17B0-0C5E-1923-7573BA1354CC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FD73CCD2-3C88-7495-9171-FB85FA4030DD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109CE2D9-DE77-F3CC-59A2-BE2E2094E21D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1" name="Kicker">
            <a:extLst>
              <a:ext uri="{FF2B5EF4-FFF2-40B4-BE49-F238E27FC236}">
                <a16:creationId xmlns:a16="http://schemas.microsoft.com/office/drawing/2014/main" id="{ED54BE45-C6B4-6B16-992A-B8351FC8B9C8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4</a:t>
            </a:r>
          </a:p>
        </p:txBody>
      </p:sp>
      <p:sp>
        <p:nvSpPr>
          <p:cNvPr id="242" name="Titel">
            <a:extLst>
              <a:ext uri="{FF2B5EF4-FFF2-40B4-BE49-F238E27FC236}">
                <a16:creationId xmlns:a16="http://schemas.microsoft.com/office/drawing/2014/main" id="{A33CF97E-890F-51C7-5B9E-C9FB4B840AA0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Spanbestuur &amp; Groepklets</a:t>
            </a:r>
          </a:p>
        </p:txBody>
      </p:sp>
      <p:sp>
        <p:nvSpPr>
          <p:cNvPr id="243" name="Kaart 1">
            <a:extLst>
              <a:ext uri="{FF2B5EF4-FFF2-40B4-BE49-F238E27FC236}">
                <a16:creationId xmlns:a16="http://schemas.microsoft.com/office/drawing/2014/main" id="{6408B812-6323-DC26-A284-84A4C2B7B591}"/>
              </a:ext>
            </a:extLst>
          </p:cNvPr>
          <p:cNvSpPr/>
          <p:nvPr/>
        </p:nvSpPr>
        <p:spPr>
          <a:xfrm>
            <a:off x="5600000" y="62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44" name="Kaart 1 punt">
            <a:extLst>
              <a:ext uri="{FF2B5EF4-FFF2-40B4-BE49-F238E27FC236}">
                <a16:creationId xmlns:a16="http://schemas.microsoft.com/office/drawing/2014/main" id="{EA35F307-5022-16BC-7FE7-FE10B1B11C6A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45" name="Kaart 1 kop">
            <a:extLst>
              <a:ext uri="{FF2B5EF4-FFF2-40B4-BE49-F238E27FC236}">
                <a16:creationId xmlns:a16="http://schemas.microsoft.com/office/drawing/2014/main" id="{91A58E43-F5A7-E1E2-F749-DDBEF3B9CD26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Personeel &amp; Ekstra Jagters</a:t>
            </a:r>
          </a:p>
        </p:txBody>
      </p:sp>
      <p:sp>
        <p:nvSpPr>
          <p:cNvPr id="246" name="Kaart 1 teks">
            <a:extLst>
              <a:ext uri="{FF2B5EF4-FFF2-40B4-BE49-F238E27FC236}">
                <a16:creationId xmlns:a16="http://schemas.microsoft.com/office/drawing/2014/main" id="{CF1CAF25-07CD-AD5D-EB06-092726BEACFB}"/>
              </a:ext>
            </a:extLst>
          </p:cNvPr>
          <p:cNvSpPr txBox="1"/>
          <p:nvPr/>
        </p:nvSpPr>
        <p:spPr>
          <a:xfrm>
            <a:off x="5770000" y="114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PH/VG toewysing met redes werk vlot. Ekstra jagters sien lys sonder dat e-posse bekendgemaak word (privaatheid beskerm).</a:t>
            </a:r>
          </a:p>
        </p:txBody>
      </p:sp>
      <p:sp>
        <p:nvSpPr>
          <p:cNvPr id="247" name="Kaart 2">
            <a:extLst>
              <a:ext uri="{FF2B5EF4-FFF2-40B4-BE49-F238E27FC236}">
                <a16:creationId xmlns:a16="http://schemas.microsoft.com/office/drawing/2014/main" id="{884799AD-9D38-5716-E36D-80AF42AF3011}"/>
              </a:ext>
            </a:extLst>
          </p:cNvPr>
          <p:cNvSpPr/>
          <p:nvPr/>
        </p:nvSpPr>
        <p:spPr>
          <a:xfrm>
            <a:off x="5600000" y="227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48" name="Kaart 2 punt">
            <a:extLst>
              <a:ext uri="{FF2B5EF4-FFF2-40B4-BE49-F238E27FC236}">
                <a16:creationId xmlns:a16="http://schemas.microsoft.com/office/drawing/2014/main" id="{64CA96B2-6508-DB26-41A9-4589EFC106FB}"/>
              </a:ext>
            </a:extLst>
          </p:cNvPr>
          <p:cNvSpPr/>
          <p:nvPr/>
        </p:nvSpPr>
        <p:spPr>
          <a:xfrm>
            <a:off x="5770000" y="247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49" name="Kaart 2 kop">
            <a:extLst>
              <a:ext uri="{FF2B5EF4-FFF2-40B4-BE49-F238E27FC236}">
                <a16:creationId xmlns:a16="http://schemas.microsoft.com/office/drawing/2014/main" id="{3A9B168D-4CB1-2390-463D-D9314582ECF5}"/>
              </a:ext>
            </a:extLst>
          </p:cNvPr>
          <p:cNvSpPr txBox="1"/>
          <p:nvPr/>
        </p:nvSpPr>
        <p:spPr>
          <a:xfrm>
            <a:off x="5980000" y="236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Klets &amp; Uitnodigings</a:t>
            </a:r>
          </a:p>
        </p:txBody>
      </p:sp>
      <p:sp>
        <p:nvSpPr>
          <p:cNvPr id="250" name="Kaart 2 teks">
            <a:extLst>
              <a:ext uri="{FF2B5EF4-FFF2-40B4-BE49-F238E27FC236}">
                <a16:creationId xmlns:a16="http://schemas.microsoft.com/office/drawing/2014/main" id="{C46EE997-6D2B-5EB1-A28F-D1E7ACEEA267}"/>
              </a:ext>
            </a:extLst>
          </p:cNvPr>
          <p:cNvSpPr txBox="1"/>
          <p:nvPr/>
        </p:nvSpPr>
        <p:spPr>
          <a:xfrm>
            <a:off x="5770000" y="279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Klets werk tussen Web en App sonder bedienerfoute. PH-uitnodiging wys nou ekspedisienaam en voorwaardes korrek.</a:t>
            </a:r>
          </a:p>
        </p:txBody>
      </p:sp>
      <p:sp>
        <p:nvSpPr>
          <p:cNvPr id="251" name="Skermkapturing 1">
            <a:extLst>
              <a:ext uri="{FF2B5EF4-FFF2-40B4-BE49-F238E27FC236}">
                <a16:creationId xmlns:a16="http://schemas.microsoft.com/office/drawing/2014/main" id="{005F2B5A-D5C9-DFDD-935D-BD0005A07E56}"/>
              </a:ext>
            </a:extLst>
          </p:cNvPr>
          <p:cNvSpPr/>
          <p:nvPr/>
        </p:nvSpPr>
        <p:spPr>
          <a:xfrm>
            <a:off x="5600000" y="4020000"/>
            <a:ext cx="2975000" cy="22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2" name="Skermkapturing 2">
            <a:extLst>
              <a:ext uri="{FF2B5EF4-FFF2-40B4-BE49-F238E27FC236}">
                <a16:creationId xmlns:a16="http://schemas.microsoft.com/office/drawing/2014/main" id="{19C87CE4-DE65-6C80-8B60-39CCFE8B102C}"/>
              </a:ext>
            </a:extLst>
          </p:cNvPr>
          <p:cNvSpPr/>
          <p:nvPr/>
        </p:nvSpPr>
        <p:spPr>
          <a:xfrm>
            <a:off x="8739019" y="3940000"/>
            <a:ext cx="2975000" cy="22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FC9B64-7D87-FB09-8321-E1E18B405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7187" y="3920000"/>
            <a:ext cx="1036090" cy="221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078BFE-DE17-1A0A-28BD-3EA52F6FE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5464" y="3964000"/>
            <a:ext cx="1030485" cy="220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A25E5E-12E3-3E03-5C86-EC4332594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973" y="0"/>
            <a:ext cx="73260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180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000">
        <p159:morph option="byObject"/>
      </p:transition>
    </mc:Choice>
    <mc:Fallback xmlns="">
      <p:transition spd="slow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/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3" name="Kicker"/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5</a:t>
            </a:r>
          </a:p>
        </p:txBody>
      </p:sp>
      <p:sp>
        <p:nvSpPr>
          <p:cNvPr id="254" name="Titel"/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Permitte &amp; SAPS 520 Vorme</a:t>
            </a:r>
          </a:p>
        </p:txBody>
      </p:sp>
      <p:sp>
        <p:nvSpPr>
          <p:cNvPr id="255" name="Kaart 1"/>
          <p:cNvSpPr/>
          <p:nvPr/>
        </p:nvSpPr>
        <p:spPr>
          <a:xfrm>
            <a:off x="5600000" y="620000"/>
            <a:ext cx="6100000" cy="22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56" name="Kaart 1 punt"/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57" name="Kaart 1 kop"/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SAPS 520 Herstel</a:t>
            </a:r>
          </a:p>
        </p:txBody>
      </p:sp>
      <p:sp>
        <p:nvSpPr>
          <p:cNvPr id="258" name="Kaart 1 teks"/>
          <p:cNvSpPr txBox="1"/>
          <p:nvPr/>
        </p:nvSpPr>
        <p:spPr>
          <a:xfrm>
            <a:off x="5770000" y="1140000"/>
            <a:ext cx="5760000" cy="16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6"/>
              </a:buClr>
              <a:buSzPct val="100000"/>
              <a:buFont typeface="Arial"/>
              <a:buChar char="•"/>
            </a:pPr>
            <a:r>
              <a:rPr lang="af-ZA" sz="1400" b="1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Eienaarskap: </a:t>
            </a: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Vorm word nou by die regte persoon gestoor.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6"/>
              </a:buClr>
              <a:buSzPct val="100000"/>
              <a:buFont typeface="Arial"/>
              <a:buChar char="•"/>
            </a:pPr>
            <a:r>
              <a:rPr lang="af-ZA" sz="1400" b="1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Herhaalde Indiening: </a:t>
            </a: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Meer as een indiening werk sonder crashes.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6"/>
              </a:buClr>
              <a:buSzPct val="100000"/>
              <a:buFont typeface="Arial"/>
              <a:buChar char="•"/>
            </a:pPr>
            <a:r>
              <a:rPr lang="af-ZA" sz="1400" b="1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Validering: </a:t>
            </a: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Onvolledige vorms word geweier met spesifieke redes; permitbeursie laai suksesvol.</a:t>
            </a:r>
          </a:p>
        </p:txBody>
      </p:sp>
      <p:sp>
        <p:nvSpPr>
          <p:cNvPr id="259" name="Skermkapturing 1"/>
          <p:cNvSpPr/>
          <p:nvPr/>
        </p:nvSpPr>
        <p:spPr>
          <a:xfrm>
            <a:off x="5600000" y="3120000"/>
            <a:ext cx="6100000" cy="31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9000">
        <p:fade/>
      </p:transition>
    </mc:Choice>
    <mc:Fallback xmlns="">
      <p:transition spd="med" advTm="9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7A8AE-C691-1376-3E6B-BFE7297EB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E072B815-312A-0151-602F-452450CD031D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D82EE0D9-C455-33FF-C18E-0388CFCE296D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2DE84778-1BC5-DC29-441C-02427AC180EC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3" name="Kicker">
            <a:extLst>
              <a:ext uri="{FF2B5EF4-FFF2-40B4-BE49-F238E27FC236}">
                <a16:creationId xmlns:a16="http://schemas.microsoft.com/office/drawing/2014/main" id="{3A720D95-AF51-1B35-9AF7-48508269C877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5</a:t>
            </a:r>
          </a:p>
        </p:txBody>
      </p:sp>
      <p:sp>
        <p:nvSpPr>
          <p:cNvPr id="254" name="Titel">
            <a:extLst>
              <a:ext uri="{FF2B5EF4-FFF2-40B4-BE49-F238E27FC236}">
                <a16:creationId xmlns:a16="http://schemas.microsoft.com/office/drawing/2014/main" id="{7BC01821-C9F3-E6E3-DF8D-745F5CB7C4A6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Permitte &amp; SAPS 520 Vorme</a:t>
            </a:r>
          </a:p>
        </p:txBody>
      </p:sp>
      <p:sp>
        <p:nvSpPr>
          <p:cNvPr id="255" name="Kaart 1">
            <a:extLst>
              <a:ext uri="{FF2B5EF4-FFF2-40B4-BE49-F238E27FC236}">
                <a16:creationId xmlns:a16="http://schemas.microsoft.com/office/drawing/2014/main" id="{0110D599-DF68-366F-5A33-49950C63D1DC}"/>
              </a:ext>
            </a:extLst>
          </p:cNvPr>
          <p:cNvSpPr/>
          <p:nvPr/>
        </p:nvSpPr>
        <p:spPr>
          <a:xfrm>
            <a:off x="5600000" y="620000"/>
            <a:ext cx="6100000" cy="22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56" name="Kaart 1 punt">
            <a:extLst>
              <a:ext uri="{FF2B5EF4-FFF2-40B4-BE49-F238E27FC236}">
                <a16:creationId xmlns:a16="http://schemas.microsoft.com/office/drawing/2014/main" id="{F3D1CB02-3438-0EDD-CFBA-163CC27FFDCC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57" name="Kaart 1 kop">
            <a:extLst>
              <a:ext uri="{FF2B5EF4-FFF2-40B4-BE49-F238E27FC236}">
                <a16:creationId xmlns:a16="http://schemas.microsoft.com/office/drawing/2014/main" id="{8AA6C97F-5EDD-C444-4718-D60402B74389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SAPS 520 Herstel</a:t>
            </a:r>
          </a:p>
        </p:txBody>
      </p:sp>
      <p:sp>
        <p:nvSpPr>
          <p:cNvPr id="258" name="Kaart 1 teks">
            <a:extLst>
              <a:ext uri="{FF2B5EF4-FFF2-40B4-BE49-F238E27FC236}">
                <a16:creationId xmlns:a16="http://schemas.microsoft.com/office/drawing/2014/main" id="{A82008C1-478C-C137-EE6F-0391E7F93748}"/>
              </a:ext>
            </a:extLst>
          </p:cNvPr>
          <p:cNvSpPr txBox="1"/>
          <p:nvPr/>
        </p:nvSpPr>
        <p:spPr>
          <a:xfrm>
            <a:off x="5770000" y="1140000"/>
            <a:ext cx="5760000" cy="16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6"/>
              </a:buClr>
              <a:buSzPct val="100000"/>
              <a:buFont typeface="Arial"/>
              <a:buChar char="•"/>
            </a:pPr>
            <a:r>
              <a:rPr lang="af-ZA" sz="1400" b="1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Eienaarskap: </a:t>
            </a: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Vorm word nou by die regte persoon gestoor.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6"/>
              </a:buClr>
              <a:buSzPct val="100000"/>
              <a:buFont typeface="Arial"/>
              <a:buChar char="•"/>
            </a:pPr>
            <a:r>
              <a:rPr lang="af-ZA" sz="1400" b="1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Herhaalde Indiening: </a:t>
            </a: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Meer as een indiening werk sonder crashes.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6"/>
              </a:buClr>
              <a:buSzPct val="100000"/>
              <a:buFont typeface="Arial"/>
              <a:buChar char="•"/>
            </a:pPr>
            <a:r>
              <a:rPr lang="af-ZA" sz="1400" b="1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Validering: </a:t>
            </a: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Onvolledige vorms word geweier met spesifieke redes; permitbeursie laai suksesvol.</a:t>
            </a:r>
          </a:p>
        </p:txBody>
      </p:sp>
      <p:sp>
        <p:nvSpPr>
          <p:cNvPr id="259" name="Skermkapturing 1">
            <a:extLst>
              <a:ext uri="{FF2B5EF4-FFF2-40B4-BE49-F238E27FC236}">
                <a16:creationId xmlns:a16="http://schemas.microsoft.com/office/drawing/2014/main" id="{9672A564-B8C3-F46D-46FA-769D9128B5B9}"/>
              </a:ext>
            </a:extLst>
          </p:cNvPr>
          <p:cNvSpPr/>
          <p:nvPr/>
        </p:nvSpPr>
        <p:spPr>
          <a:xfrm>
            <a:off x="5600000" y="3120000"/>
            <a:ext cx="6100000" cy="31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227D7E-2634-AF13-D2CA-C7FE72721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63" y="0"/>
            <a:ext cx="7296021" cy="1160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507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9000">
        <p:fade/>
      </p:transition>
    </mc:Choice>
    <mc:Fallback xmlns="">
      <p:transition spd="med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7EA249-0856-D678-E841-9C590CE46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7FC1727-38BC-1571-657D-A78E60BD2047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8C9224DB-8426-3593-4E7D-EB18413DE52D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85C24AD0-AAC4-F9CF-F976-CC0CBF5BE18C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3" name="Kicker">
            <a:extLst>
              <a:ext uri="{FF2B5EF4-FFF2-40B4-BE49-F238E27FC236}">
                <a16:creationId xmlns:a16="http://schemas.microsoft.com/office/drawing/2014/main" id="{4D033257-F08C-3072-7DF7-B1356EC0E478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5</a:t>
            </a:r>
          </a:p>
        </p:txBody>
      </p:sp>
      <p:sp>
        <p:nvSpPr>
          <p:cNvPr id="254" name="Titel">
            <a:extLst>
              <a:ext uri="{FF2B5EF4-FFF2-40B4-BE49-F238E27FC236}">
                <a16:creationId xmlns:a16="http://schemas.microsoft.com/office/drawing/2014/main" id="{08FC370A-CB7C-ED02-AFAF-C55709660221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Permitte &amp; SAPS 520 Vorme</a:t>
            </a:r>
          </a:p>
        </p:txBody>
      </p:sp>
      <p:sp>
        <p:nvSpPr>
          <p:cNvPr id="255" name="Kaart 1">
            <a:extLst>
              <a:ext uri="{FF2B5EF4-FFF2-40B4-BE49-F238E27FC236}">
                <a16:creationId xmlns:a16="http://schemas.microsoft.com/office/drawing/2014/main" id="{D5C58D24-4659-43BF-4828-DE4A7DD230AB}"/>
              </a:ext>
            </a:extLst>
          </p:cNvPr>
          <p:cNvSpPr/>
          <p:nvPr/>
        </p:nvSpPr>
        <p:spPr>
          <a:xfrm>
            <a:off x="5600000" y="620000"/>
            <a:ext cx="6100000" cy="22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56" name="Kaart 1 punt">
            <a:extLst>
              <a:ext uri="{FF2B5EF4-FFF2-40B4-BE49-F238E27FC236}">
                <a16:creationId xmlns:a16="http://schemas.microsoft.com/office/drawing/2014/main" id="{9E3C1704-4E4E-A2FB-3499-4822E8D40682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57" name="Kaart 1 kop">
            <a:extLst>
              <a:ext uri="{FF2B5EF4-FFF2-40B4-BE49-F238E27FC236}">
                <a16:creationId xmlns:a16="http://schemas.microsoft.com/office/drawing/2014/main" id="{DB4ACC50-58E7-E2E8-5CC0-3203356FB318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SAPS 520 Herstel</a:t>
            </a:r>
          </a:p>
        </p:txBody>
      </p:sp>
      <p:sp>
        <p:nvSpPr>
          <p:cNvPr id="258" name="Kaart 1 teks">
            <a:extLst>
              <a:ext uri="{FF2B5EF4-FFF2-40B4-BE49-F238E27FC236}">
                <a16:creationId xmlns:a16="http://schemas.microsoft.com/office/drawing/2014/main" id="{E578B482-9B0D-3D45-DCA5-C003684B9088}"/>
              </a:ext>
            </a:extLst>
          </p:cNvPr>
          <p:cNvSpPr txBox="1"/>
          <p:nvPr/>
        </p:nvSpPr>
        <p:spPr>
          <a:xfrm>
            <a:off x="5770000" y="1140000"/>
            <a:ext cx="5760000" cy="16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6"/>
              </a:buClr>
              <a:buSzPct val="100000"/>
              <a:buFont typeface="Arial"/>
              <a:buChar char="•"/>
            </a:pPr>
            <a:r>
              <a:rPr lang="af-ZA" sz="1400" b="1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Eienaarskap: </a:t>
            </a: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Vorm word nou by die regte persoon gestoor.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6"/>
              </a:buClr>
              <a:buSzPct val="100000"/>
              <a:buFont typeface="Arial"/>
              <a:buChar char="•"/>
            </a:pPr>
            <a:r>
              <a:rPr lang="af-ZA" sz="1400" b="1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Herhaalde Indiening: </a:t>
            </a: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Meer as een indiening werk sonder crashes.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6"/>
              </a:buClr>
              <a:buSzPct val="100000"/>
              <a:buFont typeface="Arial"/>
              <a:buChar char="•"/>
            </a:pPr>
            <a:r>
              <a:rPr lang="af-ZA" sz="1400" b="1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Validering: </a:t>
            </a: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Onvolledige vorms word geweier met spesifieke redes; permitbeursie laai suksesvol.</a:t>
            </a:r>
          </a:p>
        </p:txBody>
      </p:sp>
      <p:sp>
        <p:nvSpPr>
          <p:cNvPr id="259" name="Skermkapturing 1">
            <a:extLst>
              <a:ext uri="{FF2B5EF4-FFF2-40B4-BE49-F238E27FC236}">
                <a16:creationId xmlns:a16="http://schemas.microsoft.com/office/drawing/2014/main" id="{B4DFFEB9-88C1-6853-CAD5-DB5E540E2755}"/>
              </a:ext>
            </a:extLst>
          </p:cNvPr>
          <p:cNvSpPr/>
          <p:nvPr/>
        </p:nvSpPr>
        <p:spPr>
          <a:xfrm>
            <a:off x="5600000" y="3120000"/>
            <a:ext cx="6100000" cy="31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94662-A0E4-33FD-ACF0-90AA082A3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31" y="-4746008"/>
            <a:ext cx="7296021" cy="1160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626707"/>
      </p:ext>
    </p:extLst>
  </p:cSld>
  <p:clrMapOvr>
    <a:masterClrMapping/>
  </p:clrMapOvr>
  <p:transition spd="slow" advTm="10000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D18602-C582-3C0F-C507-9A376FEDB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ED5DF5C-2A9F-F7F9-6046-259B2046260B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77EC455D-3F3A-A37B-F699-3A35555518CF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18891FCA-E5D7-E2EF-E7EA-F14062E2F767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0" name="Kicker">
            <a:extLst>
              <a:ext uri="{FF2B5EF4-FFF2-40B4-BE49-F238E27FC236}">
                <a16:creationId xmlns:a16="http://schemas.microsoft.com/office/drawing/2014/main" id="{61104037-724F-30B3-40A1-BC53D4BEF47D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6</a:t>
            </a:r>
          </a:p>
        </p:txBody>
      </p:sp>
      <p:sp>
        <p:nvSpPr>
          <p:cNvPr id="261" name="Titel">
            <a:extLst>
              <a:ext uri="{FF2B5EF4-FFF2-40B4-BE49-F238E27FC236}">
                <a16:creationId xmlns:a16="http://schemas.microsoft.com/office/drawing/2014/main" id="{ED53DC10-2BEA-D4D8-4BC1-DDAA26EC91FD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In-Veld App, Media &amp; Jagstorie</a:t>
            </a:r>
          </a:p>
        </p:txBody>
      </p:sp>
      <p:sp>
        <p:nvSpPr>
          <p:cNvPr id="262" name="Kaart 1">
            <a:extLst>
              <a:ext uri="{FF2B5EF4-FFF2-40B4-BE49-F238E27FC236}">
                <a16:creationId xmlns:a16="http://schemas.microsoft.com/office/drawing/2014/main" id="{6A726DA4-1040-9D22-7784-64CF4EE540E0}"/>
              </a:ext>
            </a:extLst>
          </p:cNvPr>
          <p:cNvSpPr/>
          <p:nvPr/>
        </p:nvSpPr>
        <p:spPr>
          <a:xfrm>
            <a:off x="5600000" y="620000"/>
            <a:ext cx="6100000" cy="16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63" name="Kaart 1 punt">
            <a:extLst>
              <a:ext uri="{FF2B5EF4-FFF2-40B4-BE49-F238E27FC236}">
                <a16:creationId xmlns:a16="http://schemas.microsoft.com/office/drawing/2014/main" id="{6DCAE08B-23F0-5A0C-B5D9-C37B74FF53A1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64" name="Kaart 1 kop">
            <a:extLst>
              <a:ext uri="{FF2B5EF4-FFF2-40B4-BE49-F238E27FC236}">
                <a16:creationId xmlns:a16="http://schemas.microsoft.com/office/drawing/2014/main" id="{AA55430B-B20A-B749-9142-8D907976853C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Media &amp; Storie Genereering</a:t>
            </a:r>
          </a:p>
        </p:txBody>
      </p:sp>
      <p:sp>
        <p:nvSpPr>
          <p:cNvPr id="265" name="Kaart 1 teks">
            <a:extLst>
              <a:ext uri="{FF2B5EF4-FFF2-40B4-BE49-F238E27FC236}">
                <a16:creationId xmlns:a16="http://schemas.microsoft.com/office/drawing/2014/main" id="{9E46D7F1-B36E-0E74-9559-68C40DDB6F87}"/>
              </a:ext>
            </a:extLst>
          </p:cNvPr>
          <p:cNvSpPr txBox="1"/>
          <p:nvPr/>
        </p:nvSpPr>
        <p:spPr>
          <a:xfrm>
            <a:off x="5770000" y="1140000"/>
            <a:ext cx="5760000" cy="10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Webpaneel werk; storiekaarte is in Afrikaans met SAST-tyd. Storie word gegenereer. </a:t>
            </a:r>
          </a:p>
        </p:txBody>
      </p:sp>
      <p:sp>
        <p:nvSpPr>
          <p:cNvPr id="266" name="Skermkapturing 1">
            <a:extLst>
              <a:ext uri="{FF2B5EF4-FFF2-40B4-BE49-F238E27FC236}">
                <a16:creationId xmlns:a16="http://schemas.microsoft.com/office/drawing/2014/main" id="{1376E9AC-B649-FA1C-336B-E23E29E91515}"/>
              </a:ext>
            </a:extLst>
          </p:cNvPr>
          <p:cNvSpPr/>
          <p:nvPr/>
        </p:nvSpPr>
        <p:spPr>
          <a:xfrm>
            <a:off x="5600000" y="2520000"/>
            <a:ext cx="2975000" cy="37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7" name="Skermkapturing 2">
            <a:extLst>
              <a:ext uri="{FF2B5EF4-FFF2-40B4-BE49-F238E27FC236}">
                <a16:creationId xmlns:a16="http://schemas.microsoft.com/office/drawing/2014/main" id="{52168849-4B96-6F0A-B013-2C44F6BF0CA5}"/>
              </a:ext>
            </a:extLst>
          </p:cNvPr>
          <p:cNvSpPr/>
          <p:nvPr/>
        </p:nvSpPr>
        <p:spPr>
          <a:xfrm>
            <a:off x="8725000" y="2520000"/>
            <a:ext cx="2975000" cy="37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44091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9000">
        <p:fade/>
      </p:transition>
    </mc:Choice>
    <mc:Fallback xmlns="">
      <p:transition spd="med" advTm="9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834191-642D-07F8-CF55-3AE9926BF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45E2030B-08B6-2C75-B44B-D174D0F138EB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320E0C7A-BC04-CFA1-D32C-9132F4BA40E1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E72B548E-F849-5314-93E3-A22E5AA1ACE5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0" name="Kicker">
            <a:extLst>
              <a:ext uri="{FF2B5EF4-FFF2-40B4-BE49-F238E27FC236}">
                <a16:creationId xmlns:a16="http://schemas.microsoft.com/office/drawing/2014/main" id="{BC6F4209-F858-316E-AB62-FED4BD5CAE4E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6</a:t>
            </a:r>
          </a:p>
        </p:txBody>
      </p:sp>
      <p:sp>
        <p:nvSpPr>
          <p:cNvPr id="261" name="Titel">
            <a:extLst>
              <a:ext uri="{FF2B5EF4-FFF2-40B4-BE49-F238E27FC236}">
                <a16:creationId xmlns:a16="http://schemas.microsoft.com/office/drawing/2014/main" id="{1BE96AED-9011-9CBC-FB8E-0242A1B8D039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In-Veld App, Media &amp; Jagstorie</a:t>
            </a:r>
          </a:p>
        </p:txBody>
      </p:sp>
      <p:sp>
        <p:nvSpPr>
          <p:cNvPr id="262" name="Kaart 1">
            <a:extLst>
              <a:ext uri="{FF2B5EF4-FFF2-40B4-BE49-F238E27FC236}">
                <a16:creationId xmlns:a16="http://schemas.microsoft.com/office/drawing/2014/main" id="{2AB2AAEB-9AC2-3034-EC58-5DCB75270ABB}"/>
              </a:ext>
            </a:extLst>
          </p:cNvPr>
          <p:cNvSpPr/>
          <p:nvPr/>
        </p:nvSpPr>
        <p:spPr>
          <a:xfrm>
            <a:off x="5600000" y="620000"/>
            <a:ext cx="6100000" cy="16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63" name="Kaart 1 punt">
            <a:extLst>
              <a:ext uri="{FF2B5EF4-FFF2-40B4-BE49-F238E27FC236}">
                <a16:creationId xmlns:a16="http://schemas.microsoft.com/office/drawing/2014/main" id="{7B044281-2057-8C1D-FE1D-9A675E9B3B92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64" name="Kaart 1 kop">
            <a:extLst>
              <a:ext uri="{FF2B5EF4-FFF2-40B4-BE49-F238E27FC236}">
                <a16:creationId xmlns:a16="http://schemas.microsoft.com/office/drawing/2014/main" id="{C5B8B02F-97A3-6EF4-5328-1D67B01237DD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Media &amp; Storie Genereering</a:t>
            </a:r>
          </a:p>
        </p:txBody>
      </p:sp>
      <p:sp>
        <p:nvSpPr>
          <p:cNvPr id="265" name="Kaart 1 teks">
            <a:extLst>
              <a:ext uri="{FF2B5EF4-FFF2-40B4-BE49-F238E27FC236}">
                <a16:creationId xmlns:a16="http://schemas.microsoft.com/office/drawing/2014/main" id="{CC8957B7-3E65-9E66-99A1-6C905DF5F462}"/>
              </a:ext>
            </a:extLst>
          </p:cNvPr>
          <p:cNvSpPr txBox="1"/>
          <p:nvPr/>
        </p:nvSpPr>
        <p:spPr>
          <a:xfrm>
            <a:off x="5770000" y="1140000"/>
            <a:ext cx="5760000" cy="10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Webpaneel werk; storiekaarte is in Afrikaans met SAST-tyd. Storie word gegenereer. </a:t>
            </a:r>
          </a:p>
        </p:txBody>
      </p:sp>
      <p:sp>
        <p:nvSpPr>
          <p:cNvPr id="266" name="Skermkapturing 1">
            <a:extLst>
              <a:ext uri="{FF2B5EF4-FFF2-40B4-BE49-F238E27FC236}">
                <a16:creationId xmlns:a16="http://schemas.microsoft.com/office/drawing/2014/main" id="{396FBDBB-1541-1209-E01B-03EAE5E74885}"/>
              </a:ext>
            </a:extLst>
          </p:cNvPr>
          <p:cNvSpPr/>
          <p:nvPr/>
        </p:nvSpPr>
        <p:spPr>
          <a:xfrm>
            <a:off x="5600000" y="2520000"/>
            <a:ext cx="2975000" cy="37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7" name="Skermkapturing 2">
            <a:extLst>
              <a:ext uri="{FF2B5EF4-FFF2-40B4-BE49-F238E27FC236}">
                <a16:creationId xmlns:a16="http://schemas.microsoft.com/office/drawing/2014/main" id="{97E9ACEA-B8B2-93AE-75EC-6BF960AFD83D}"/>
              </a:ext>
            </a:extLst>
          </p:cNvPr>
          <p:cNvSpPr/>
          <p:nvPr/>
        </p:nvSpPr>
        <p:spPr>
          <a:xfrm>
            <a:off x="8725000" y="2520000"/>
            <a:ext cx="2975000" cy="37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058AAD-9957-85D1-0E7A-A3B7F50C0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5" y="-1"/>
            <a:ext cx="31982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2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"/>
    </mc:Choice>
    <mc:Fallback xmlns=""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443F94-7639-D981-3161-FB0E5A9AA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6446AAC-0054-9C37-7B6B-C46DEE33C765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954DE9E8-DDD3-B953-2E05-22E84EED6C0B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AE8C7409-CB92-881D-DAA0-8A796F7A2310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0" name="Kicker">
            <a:extLst>
              <a:ext uri="{FF2B5EF4-FFF2-40B4-BE49-F238E27FC236}">
                <a16:creationId xmlns:a16="http://schemas.microsoft.com/office/drawing/2014/main" id="{EE9B36AA-2372-404F-5210-DAF67EC0BA35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6</a:t>
            </a:r>
          </a:p>
        </p:txBody>
      </p:sp>
      <p:sp>
        <p:nvSpPr>
          <p:cNvPr id="261" name="Titel">
            <a:extLst>
              <a:ext uri="{FF2B5EF4-FFF2-40B4-BE49-F238E27FC236}">
                <a16:creationId xmlns:a16="http://schemas.microsoft.com/office/drawing/2014/main" id="{F004E5EF-8CDB-07B6-0047-F4E8A22CC417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In-Veld App, Media &amp; Jagstorie</a:t>
            </a:r>
          </a:p>
        </p:txBody>
      </p:sp>
      <p:sp>
        <p:nvSpPr>
          <p:cNvPr id="262" name="Kaart 1">
            <a:extLst>
              <a:ext uri="{FF2B5EF4-FFF2-40B4-BE49-F238E27FC236}">
                <a16:creationId xmlns:a16="http://schemas.microsoft.com/office/drawing/2014/main" id="{6561B70A-D3C7-2E8E-CC41-4C794A8C4EEC}"/>
              </a:ext>
            </a:extLst>
          </p:cNvPr>
          <p:cNvSpPr/>
          <p:nvPr/>
        </p:nvSpPr>
        <p:spPr>
          <a:xfrm>
            <a:off x="5600000" y="620000"/>
            <a:ext cx="6100000" cy="16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63" name="Kaart 1 punt">
            <a:extLst>
              <a:ext uri="{FF2B5EF4-FFF2-40B4-BE49-F238E27FC236}">
                <a16:creationId xmlns:a16="http://schemas.microsoft.com/office/drawing/2014/main" id="{EE9593C7-22FC-DAA3-1E96-1C3AC2A0F91E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64" name="Kaart 1 kop">
            <a:extLst>
              <a:ext uri="{FF2B5EF4-FFF2-40B4-BE49-F238E27FC236}">
                <a16:creationId xmlns:a16="http://schemas.microsoft.com/office/drawing/2014/main" id="{2FC253FA-55D9-A0A0-05F5-D976ADBADF0A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Media &amp; Storie Genereering</a:t>
            </a:r>
          </a:p>
        </p:txBody>
      </p:sp>
      <p:sp>
        <p:nvSpPr>
          <p:cNvPr id="265" name="Kaart 1 teks">
            <a:extLst>
              <a:ext uri="{FF2B5EF4-FFF2-40B4-BE49-F238E27FC236}">
                <a16:creationId xmlns:a16="http://schemas.microsoft.com/office/drawing/2014/main" id="{21C2C4EC-EA9C-C244-08C2-69E50582F46D}"/>
              </a:ext>
            </a:extLst>
          </p:cNvPr>
          <p:cNvSpPr txBox="1"/>
          <p:nvPr/>
        </p:nvSpPr>
        <p:spPr>
          <a:xfrm>
            <a:off x="5770000" y="1140000"/>
            <a:ext cx="5760000" cy="10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Webpaneel werk; storiekaarte is in Afrikaans met SAST-tyd. Storie word gegenereer. </a:t>
            </a:r>
          </a:p>
        </p:txBody>
      </p:sp>
      <p:sp>
        <p:nvSpPr>
          <p:cNvPr id="266" name="Skermkapturing 1">
            <a:extLst>
              <a:ext uri="{FF2B5EF4-FFF2-40B4-BE49-F238E27FC236}">
                <a16:creationId xmlns:a16="http://schemas.microsoft.com/office/drawing/2014/main" id="{98D79D77-1E4A-4EB9-7A6B-24D64F986847}"/>
              </a:ext>
            </a:extLst>
          </p:cNvPr>
          <p:cNvSpPr/>
          <p:nvPr/>
        </p:nvSpPr>
        <p:spPr>
          <a:xfrm>
            <a:off x="5600000" y="2520000"/>
            <a:ext cx="2975000" cy="37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7" name="Skermkapturing 2">
            <a:extLst>
              <a:ext uri="{FF2B5EF4-FFF2-40B4-BE49-F238E27FC236}">
                <a16:creationId xmlns:a16="http://schemas.microsoft.com/office/drawing/2014/main" id="{1EDA19B0-9C20-063B-5F81-069F51337C43}"/>
              </a:ext>
            </a:extLst>
          </p:cNvPr>
          <p:cNvSpPr/>
          <p:nvPr/>
        </p:nvSpPr>
        <p:spPr>
          <a:xfrm>
            <a:off x="8725000" y="2520000"/>
            <a:ext cx="2975000" cy="37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34068D-7BA2-E8D7-2726-03FFB7399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76" y="-1"/>
            <a:ext cx="320356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0171BA-FDB9-7AA5-D104-55533CE4D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2474" y="2774447"/>
            <a:ext cx="1473659" cy="316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319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000">
        <p159:morph option="byObject"/>
      </p:transition>
    </mc:Choice>
    <mc:Fallback xmlns="">
      <p:transition spd="slow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/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0" name="Kicker"/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6</a:t>
            </a:r>
          </a:p>
        </p:txBody>
      </p:sp>
      <p:sp>
        <p:nvSpPr>
          <p:cNvPr id="261" name="Titel"/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In-Veld App, Media &amp; Jagstorie</a:t>
            </a:r>
          </a:p>
        </p:txBody>
      </p:sp>
      <p:sp>
        <p:nvSpPr>
          <p:cNvPr id="262" name="Kaart 1"/>
          <p:cNvSpPr/>
          <p:nvPr/>
        </p:nvSpPr>
        <p:spPr>
          <a:xfrm>
            <a:off x="5600000" y="620000"/>
            <a:ext cx="6100000" cy="16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63" name="Kaart 1 punt"/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64" name="Kaart 1 kop"/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Media &amp; Storie Genereering</a:t>
            </a:r>
          </a:p>
        </p:txBody>
      </p:sp>
      <p:sp>
        <p:nvSpPr>
          <p:cNvPr id="265" name="Kaart 1 teks"/>
          <p:cNvSpPr txBox="1"/>
          <p:nvPr/>
        </p:nvSpPr>
        <p:spPr>
          <a:xfrm>
            <a:off x="5770000" y="1140000"/>
            <a:ext cx="5760000" cy="10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Webpaneel werk; storiekaarte is in Afrikaans met SAST-tyd. Storie word gegenereer. </a:t>
            </a:r>
          </a:p>
        </p:txBody>
      </p:sp>
      <p:sp>
        <p:nvSpPr>
          <p:cNvPr id="266" name="Skermkapturing 1"/>
          <p:cNvSpPr/>
          <p:nvPr/>
        </p:nvSpPr>
        <p:spPr>
          <a:xfrm>
            <a:off x="5600000" y="2520000"/>
            <a:ext cx="2975000" cy="37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7" name="Skermkapturing 2"/>
          <p:cNvSpPr/>
          <p:nvPr/>
        </p:nvSpPr>
        <p:spPr>
          <a:xfrm>
            <a:off x="8725000" y="2520000"/>
            <a:ext cx="2975000" cy="37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C27570-8B55-246D-F842-1BD310ED3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81" y="0"/>
            <a:ext cx="3203564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691C43-B962-D086-FFD8-5E486EBF8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133" y="2774447"/>
            <a:ext cx="1478867" cy="3165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AE9BAA-0DA0-AE60-DB48-1550BAEFA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2474" y="2774447"/>
            <a:ext cx="1473659" cy="31600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000">
        <p159:morph option="byObject"/>
      </p:transition>
    </mc:Choice>
    <mc:Fallback xmlns="">
      <p:transition spd="slow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B2EAF-7E85-A494-2CCC-7B32C0F14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47B371DB-54C1-04F5-FE54-ACCDCE686499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3FCDF449-5B14-1B20-F110-B746C5CA6B29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D39ADF85-EF8D-4148-B630-C1604A748DEC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0" name="Kicker">
            <a:extLst>
              <a:ext uri="{FF2B5EF4-FFF2-40B4-BE49-F238E27FC236}">
                <a16:creationId xmlns:a16="http://schemas.microsoft.com/office/drawing/2014/main" id="{AB933164-C52A-1928-FC6B-4559559F9AF8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6</a:t>
            </a:r>
          </a:p>
        </p:txBody>
      </p:sp>
      <p:sp>
        <p:nvSpPr>
          <p:cNvPr id="261" name="Titel">
            <a:extLst>
              <a:ext uri="{FF2B5EF4-FFF2-40B4-BE49-F238E27FC236}">
                <a16:creationId xmlns:a16="http://schemas.microsoft.com/office/drawing/2014/main" id="{24AFFA95-8F2B-2A29-2246-8305B4D07DFF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In-Veld App, Media &amp; Jagstorie</a:t>
            </a:r>
          </a:p>
        </p:txBody>
      </p:sp>
      <p:sp>
        <p:nvSpPr>
          <p:cNvPr id="262" name="Kaart 1">
            <a:extLst>
              <a:ext uri="{FF2B5EF4-FFF2-40B4-BE49-F238E27FC236}">
                <a16:creationId xmlns:a16="http://schemas.microsoft.com/office/drawing/2014/main" id="{CF4FCA4C-3ADB-02BE-C745-E18FCA3641D4}"/>
              </a:ext>
            </a:extLst>
          </p:cNvPr>
          <p:cNvSpPr/>
          <p:nvPr/>
        </p:nvSpPr>
        <p:spPr>
          <a:xfrm>
            <a:off x="5600000" y="620000"/>
            <a:ext cx="6100000" cy="16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63" name="Kaart 1 punt">
            <a:extLst>
              <a:ext uri="{FF2B5EF4-FFF2-40B4-BE49-F238E27FC236}">
                <a16:creationId xmlns:a16="http://schemas.microsoft.com/office/drawing/2014/main" id="{3713AF56-836D-7DF9-5789-2AE24D997134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64" name="Kaart 1 kop">
            <a:extLst>
              <a:ext uri="{FF2B5EF4-FFF2-40B4-BE49-F238E27FC236}">
                <a16:creationId xmlns:a16="http://schemas.microsoft.com/office/drawing/2014/main" id="{0BF1129D-FDC1-A66A-D27C-D9A840429EE5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Media &amp; Storie Genereering</a:t>
            </a:r>
          </a:p>
        </p:txBody>
      </p:sp>
      <p:sp>
        <p:nvSpPr>
          <p:cNvPr id="265" name="Kaart 1 teks">
            <a:extLst>
              <a:ext uri="{FF2B5EF4-FFF2-40B4-BE49-F238E27FC236}">
                <a16:creationId xmlns:a16="http://schemas.microsoft.com/office/drawing/2014/main" id="{8B1D0AD3-AD4F-3434-3CB6-2207F227BDD4}"/>
              </a:ext>
            </a:extLst>
          </p:cNvPr>
          <p:cNvSpPr txBox="1"/>
          <p:nvPr/>
        </p:nvSpPr>
        <p:spPr>
          <a:xfrm>
            <a:off x="5770000" y="1140000"/>
            <a:ext cx="5760000" cy="10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Webpaneel werk; storiekaarte is in Afrikaans met SAST-tyd. Storie word gegenereer. </a:t>
            </a:r>
          </a:p>
        </p:txBody>
      </p:sp>
      <p:sp>
        <p:nvSpPr>
          <p:cNvPr id="266" name="Skermkapturing 1">
            <a:extLst>
              <a:ext uri="{FF2B5EF4-FFF2-40B4-BE49-F238E27FC236}">
                <a16:creationId xmlns:a16="http://schemas.microsoft.com/office/drawing/2014/main" id="{5916AA09-A437-D94B-A4D9-EC0F0DF1F476}"/>
              </a:ext>
            </a:extLst>
          </p:cNvPr>
          <p:cNvSpPr/>
          <p:nvPr/>
        </p:nvSpPr>
        <p:spPr>
          <a:xfrm>
            <a:off x="5600000" y="2520000"/>
            <a:ext cx="2975000" cy="37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7" name="Skermkapturing 2">
            <a:extLst>
              <a:ext uri="{FF2B5EF4-FFF2-40B4-BE49-F238E27FC236}">
                <a16:creationId xmlns:a16="http://schemas.microsoft.com/office/drawing/2014/main" id="{334D9094-21CC-3188-7EDF-1969341E7AF2}"/>
              </a:ext>
            </a:extLst>
          </p:cNvPr>
          <p:cNvSpPr/>
          <p:nvPr/>
        </p:nvSpPr>
        <p:spPr>
          <a:xfrm>
            <a:off x="8725000" y="2520000"/>
            <a:ext cx="2975000" cy="37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400" b="1" i="0" dirty="0">
              <a:solidFill>
                <a:schemeClr val="accent6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381EAA-0C13-735E-A2CE-4755E5269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51" y="117987"/>
            <a:ext cx="3203564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CC9AB3-BB70-2D59-379D-4BEABC1C2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8939" y="2774447"/>
            <a:ext cx="1476129" cy="31600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FE2467-6B52-0BAB-16A0-E4E176B10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133" y="2774447"/>
            <a:ext cx="1478867" cy="31658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00C632-CD22-3D9F-50EA-89E16F3267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2474" y="2774447"/>
            <a:ext cx="1473659" cy="316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52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000">
        <p159:morph option="byObject"/>
      </p:transition>
    </mc:Choice>
    <mc:Fallback xmlns="">
      <p:transition spd="slow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/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8" name="Kicker"/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7</a:t>
            </a:r>
          </a:p>
        </p:txBody>
      </p:sp>
      <p:sp>
        <p:nvSpPr>
          <p:cNvPr id="269" name="Titel"/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Trofee-indiening &amp; Gradering</a:t>
            </a:r>
          </a:p>
        </p:txBody>
      </p:sp>
      <p:sp>
        <p:nvSpPr>
          <p:cNvPr id="270" name="Kaart 1"/>
          <p:cNvSpPr/>
          <p:nvPr/>
        </p:nvSpPr>
        <p:spPr>
          <a:xfrm>
            <a:off x="5600000" y="620000"/>
            <a:ext cx="6100000" cy="13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71" name="Kaart 1 punt"/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72" name="Kaart 1 kop"/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Trofeevloei</a:t>
            </a:r>
          </a:p>
        </p:txBody>
      </p:sp>
      <p:sp>
        <p:nvSpPr>
          <p:cNvPr id="273" name="Kaart 1 teks"/>
          <p:cNvSpPr txBox="1"/>
          <p:nvPr/>
        </p:nvSpPr>
        <p:spPr>
          <a:xfrm>
            <a:off x="5770000" y="1140000"/>
            <a:ext cx="576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Indiening → PH vra regstelling → Herindien → Goedgekeur in Trofeekamer.</a:t>
            </a:r>
          </a:p>
        </p:txBody>
      </p:sp>
      <p:sp>
        <p:nvSpPr>
          <p:cNvPr id="274" name="Kaart 2"/>
          <p:cNvSpPr/>
          <p:nvPr/>
        </p:nvSpPr>
        <p:spPr>
          <a:xfrm>
            <a:off x="5600000" y="207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75" name="Kaart 2 punt"/>
          <p:cNvSpPr/>
          <p:nvPr/>
        </p:nvSpPr>
        <p:spPr>
          <a:xfrm>
            <a:off x="5770000" y="227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76" name="Kaart 2 kop"/>
          <p:cNvSpPr txBox="1"/>
          <p:nvPr/>
        </p:nvSpPr>
        <p:spPr>
          <a:xfrm>
            <a:off x="5980000" y="216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Spanbeoordeling Herstel</a:t>
            </a:r>
          </a:p>
        </p:txBody>
      </p:sp>
      <p:sp>
        <p:nvSpPr>
          <p:cNvPr id="277" name="Kaart 2 teks"/>
          <p:cNvSpPr txBox="1"/>
          <p:nvPr/>
        </p:nvSpPr>
        <p:spPr>
          <a:xfrm>
            <a:off x="5770000" y="259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Gradering werk nou ook in die App. "Voltooide jagte" tel nou afgehandelde jagte akkuraat op die profiel.</a:t>
            </a:r>
          </a:p>
        </p:txBody>
      </p:sp>
      <p:sp>
        <p:nvSpPr>
          <p:cNvPr id="278" name="Skermkapturing 1"/>
          <p:cNvSpPr/>
          <p:nvPr/>
        </p:nvSpPr>
        <p:spPr>
          <a:xfrm>
            <a:off x="5600000" y="3820000"/>
            <a:ext cx="2975000" cy="24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9" name="Skermkapturing 2"/>
          <p:cNvSpPr/>
          <p:nvPr/>
        </p:nvSpPr>
        <p:spPr>
          <a:xfrm>
            <a:off x="8725000" y="3820000"/>
            <a:ext cx="2975000" cy="24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69EB88-E4E1-9A7D-9D83-4D8237B09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60E7F45-2976-88AB-052A-60C21A2773B1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F3052815-F616-9D9E-1002-771FFA76042C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EC95A2CD-7EAB-E56F-CFB6-44EF3B23077D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8" name="Kicker">
            <a:extLst>
              <a:ext uri="{FF2B5EF4-FFF2-40B4-BE49-F238E27FC236}">
                <a16:creationId xmlns:a16="http://schemas.microsoft.com/office/drawing/2014/main" id="{24408132-7661-447D-BCF2-89D74880300C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7</a:t>
            </a:r>
          </a:p>
        </p:txBody>
      </p:sp>
      <p:sp>
        <p:nvSpPr>
          <p:cNvPr id="269" name="Titel">
            <a:extLst>
              <a:ext uri="{FF2B5EF4-FFF2-40B4-BE49-F238E27FC236}">
                <a16:creationId xmlns:a16="http://schemas.microsoft.com/office/drawing/2014/main" id="{CCD566FD-C5A3-4CC4-4981-D9B927FD37D2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Trofee-indiening &amp; Gradering</a:t>
            </a:r>
          </a:p>
        </p:txBody>
      </p:sp>
      <p:sp>
        <p:nvSpPr>
          <p:cNvPr id="270" name="Kaart 1">
            <a:extLst>
              <a:ext uri="{FF2B5EF4-FFF2-40B4-BE49-F238E27FC236}">
                <a16:creationId xmlns:a16="http://schemas.microsoft.com/office/drawing/2014/main" id="{67B1B21C-6B44-F2BB-0F42-446AF4E89263}"/>
              </a:ext>
            </a:extLst>
          </p:cNvPr>
          <p:cNvSpPr/>
          <p:nvPr/>
        </p:nvSpPr>
        <p:spPr>
          <a:xfrm>
            <a:off x="5600000" y="620000"/>
            <a:ext cx="6100000" cy="13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71" name="Kaart 1 punt">
            <a:extLst>
              <a:ext uri="{FF2B5EF4-FFF2-40B4-BE49-F238E27FC236}">
                <a16:creationId xmlns:a16="http://schemas.microsoft.com/office/drawing/2014/main" id="{58925BE2-C9C4-1C45-E150-1E82BAED77B6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72" name="Kaart 1 kop">
            <a:extLst>
              <a:ext uri="{FF2B5EF4-FFF2-40B4-BE49-F238E27FC236}">
                <a16:creationId xmlns:a16="http://schemas.microsoft.com/office/drawing/2014/main" id="{77D122E7-748F-8C0B-CEED-73792035BCBE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Trofeevloei</a:t>
            </a:r>
          </a:p>
        </p:txBody>
      </p:sp>
      <p:sp>
        <p:nvSpPr>
          <p:cNvPr id="273" name="Kaart 1 teks">
            <a:extLst>
              <a:ext uri="{FF2B5EF4-FFF2-40B4-BE49-F238E27FC236}">
                <a16:creationId xmlns:a16="http://schemas.microsoft.com/office/drawing/2014/main" id="{E17B377D-CAF8-7598-05B7-EE1B3E9FAA7D}"/>
              </a:ext>
            </a:extLst>
          </p:cNvPr>
          <p:cNvSpPr txBox="1"/>
          <p:nvPr/>
        </p:nvSpPr>
        <p:spPr>
          <a:xfrm>
            <a:off x="5770000" y="1140000"/>
            <a:ext cx="576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Indiening → PH vra regstelling → Herindien → Goedgekeur in Trofeekamer.</a:t>
            </a:r>
          </a:p>
        </p:txBody>
      </p:sp>
      <p:sp>
        <p:nvSpPr>
          <p:cNvPr id="274" name="Kaart 2">
            <a:extLst>
              <a:ext uri="{FF2B5EF4-FFF2-40B4-BE49-F238E27FC236}">
                <a16:creationId xmlns:a16="http://schemas.microsoft.com/office/drawing/2014/main" id="{6E3C8CAC-60CB-34FA-28E7-3783203E0215}"/>
              </a:ext>
            </a:extLst>
          </p:cNvPr>
          <p:cNvSpPr/>
          <p:nvPr/>
        </p:nvSpPr>
        <p:spPr>
          <a:xfrm>
            <a:off x="5600000" y="207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75" name="Kaart 2 punt">
            <a:extLst>
              <a:ext uri="{FF2B5EF4-FFF2-40B4-BE49-F238E27FC236}">
                <a16:creationId xmlns:a16="http://schemas.microsoft.com/office/drawing/2014/main" id="{469C8F3D-08DF-4192-8C28-F2C2F0EBFE69}"/>
              </a:ext>
            </a:extLst>
          </p:cNvPr>
          <p:cNvSpPr/>
          <p:nvPr/>
        </p:nvSpPr>
        <p:spPr>
          <a:xfrm>
            <a:off x="5770000" y="227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76" name="Kaart 2 kop">
            <a:extLst>
              <a:ext uri="{FF2B5EF4-FFF2-40B4-BE49-F238E27FC236}">
                <a16:creationId xmlns:a16="http://schemas.microsoft.com/office/drawing/2014/main" id="{1A8985B9-A09C-D98C-87CE-5BA8F1BCDD20}"/>
              </a:ext>
            </a:extLst>
          </p:cNvPr>
          <p:cNvSpPr txBox="1"/>
          <p:nvPr/>
        </p:nvSpPr>
        <p:spPr>
          <a:xfrm>
            <a:off x="5980000" y="216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Spanbeoordeling Herstel</a:t>
            </a:r>
          </a:p>
        </p:txBody>
      </p:sp>
      <p:sp>
        <p:nvSpPr>
          <p:cNvPr id="277" name="Kaart 2 teks">
            <a:extLst>
              <a:ext uri="{FF2B5EF4-FFF2-40B4-BE49-F238E27FC236}">
                <a16:creationId xmlns:a16="http://schemas.microsoft.com/office/drawing/2014/main" id="{AF1E66F0-C15D-1113-53F1-1B0E8F423E9A}"/>
              </a:ext>
            </a:extLst>
          </p:cNvPr>
          <p:cNvSpPr txBox="1"/>
          <p:nvPr/>
        </p:nvSpPr>
        <p:spPr>
          <a:xfrm>
            <a:off x="5770000" y="259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Gradering werk nou ook in die App. "Voltooide jagte" tel nou afgehandelde jagte akkuraat op die profiel.</a:t>
            </a:r>
          </a:p>
        </p:txBody>
      </p:sp>
      <p:sp>
        <p:nvSpPr>
          <p:cNvPr id="278" name="Skermkapturing 1">
            <a:extLst>
              <a:ext uri="{FF2B5EF4-FFF2-40B4-BE49-F238E27FC236}">
                <a16:creationId xmlns:a16="http://schemas.microsoft.com/office/drawing/2014/main" id="{F8A9A4F4-4D48-CB61-4B5F-1A6AEF273BD1}"/>
              </a:ext>
            </a:extLst>
          </p:cNvPr>
          <p:cNvSpPr/>
          <p:nvPr/>
        </p:nvSpPr>
        <p:spPr>
          <a:xfrm>
            <a:off x="5600000" y="3820000"/>
            <a:ext cx="2975000" cy="24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9" name="Skermkapturing 2">
            <a:extLst>
              <a:ext uri="{FF2B5EF4-FFF2-40B4-BE49-F238E27FC236}">
                <a16:creationId xmlns:a16="http://schemas.microsoft.com/office/drawing/2014/main" id="{F5607364-5BAC-6551-E801-DE7006A578AD}"/>
              </a:ext>
            </a:extLst>
          </p:cNvPr>
          <p:cNvSpPr/>
          <p:nvPr/>
        </p:nvSpPr>
        <p:spPr>
          <a:xfrm>
            <a:off x="8725000" y="3820000"/>
            <a:ext cx="2975000" cy="24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534802-9828-0605-A757-5DD935A1B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75" y="0"/>
            <a:ext cx="32035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7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0"/>
    </mc:Choice>
    <mc:Fallback xmlns=""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55C9D2-582E-FB5C-0196-DF510A9AA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6DC860C-7FEA-772C-F958-33F57404F67D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B9D9DD83-EA23-087C-7173-75FDE82F5784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288A9A28-8EFB-1D53-CB29-EB6FE0D763F1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8" name="Kicker">
            <a:extLst>
              <a:ext uri="{FF2B5EF4-FFF2-40B4-BE49-F238E27FC236}">
                <a16:creationId xmlns:a16="http://schemas.microsoft.com/office/drawing/2014/main" id="{D8F04EBA-370B-5DCE-DCD6-5E21A3792AED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7</a:t>
            </a:r>
          </a:p>
        </p:txBody>
      </p:sp>
      <p:sp>
        <p:nvSpPr>
          <p:cNvPr id="269" name="Titel">
            <a:extLst>
              <a:ext uri="{FF2B5EF4-FFF2-40B4-BE49-F238E27FC236}">
                <a16:creationId xmlns:a16="http://schemas.microsoft.com/office/drawing/2014/main" id="{D7AEF3BC-17B9-B661-BAB1-EB05BBE1D389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Trofee-indiening &amp; Gradering</a:t>
            </a:r>
          </a:p>
        </p:txBody>
      </p:sp>
      <p:sp>
        <p:nvSpPr>
          <p:cNvPr id="270" name="Kaart 1">
            <a:extLst>
              <a:ext uri="{FF2B5EF4-FFF2-40B4-BE49-F238E27FC236}">
                <a16:creationId xmlns:a16="http://schemas.microsoft.com/office/drawing/2014/main" id="{354B6208-ECE5-1E17-12EF-FBF5A1AF781F}"/>
              </a:ext>
            </a:extLst>
          </p:cNvPr>
          <p:cNvSpPr/>
          <p:nvPr/>
        </p:nvSpPr>
        <p:spPr>
          <a:xfrm>
            <a:off x="5600000" y="620000"/>
            <a:ext cx="6100000" cy="13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71" name="Kaart 1 punt">
            <a:extLst>
              <a:ext uri="{FF2B5EF4-FFF2-40B4-BE49-F238E27FC236}">
                <a16:creationId xmlns:a16="http://schemas.microsoft.com/office/drawing/2014/main" id="{EC558E31-1CBF-5225-246C-F755FFCBD344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72" name="Kaart 1 kop">
            <a:extLst>
              <a:ext uri="{FF2B5EF4-FFF2-40B4-BE49-F238E27FC236}">
                <a16:creationId xmlns:a16="http://schemas.microsoft.com/office/drawing/2014/main" id="{0AF2798E-A2FB-C053-9C3E-4C97FE600E24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Trofeevloei</a:t>
            </a:r>
          </a:p>
        </p:txBody>
      </p:sp>
      <p:sp>
        <p:nvSpPr>
          <p:cNvPr id="273" name="Kaart 1 teks">
            <a:extLst>
              <a:ext uri="{FF2B5EF4-FFF2-40B4-BE49-F238E27FC236}">
                <a16:creationId xmlns:a16="http://schemas.microsoft.com/office/drawing/2014/main" id="{F46A97F1-CF58-5951-546C-2F4D68477198}"/>
              </a:ext>
            </a:extLst>
          </p:cNvPr>
          <p:cNvSpPr txBox="1"/>
          <p:nvPr/>
        </p:nvSpPr>
        <p:spPr>
          <a:xfrm>
            <a:off x="5770000" y="1140000"/>
            <a:ext cx="576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Indiening → PH vra regstelling → Herindien → Goedgekeur in Trofeekamer.</a:t>
            </a:r>
          </a:p>
        </p:txBody>
      </p:sp>
      <p:sp>
        <p:nvSpPr>
          <p:cNvPr id="274" name="Kaart 2">
            <a:extLst>
              <a:ext uri="{FF2B5EF4-FFF2-40B4-BE49-F238E27FC236}">
                <a16:creationId xmlns:a16="http://schemas.microsoft.com/office/drawing/2014/main" id="{D00F99D4-562D-5043-5BA6-7585EE37445F}"/>
              </a:ext>
            </a:extLst>
          </p:cNvPr>
          <p:cNvSpPr/>
          <p:nvPr/>
        </p:nvSpPr>
        <p:spPr>
          <a:xfrm>
            <a:off x="5600000" y="207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75" name="Kaart 2 punt">
            <a:extLst>
              <a:ext uri="{FF2B5EF4-FFF2-40B4-BE49-F238E27FC236}">
                <a16:creationId xmlns:a16="http://schemas.microsoft.com/office/drawing/2014/main" id="{9B2533C0-E4EE-469D-86E0-D554F3A9AB6B}"/>
              </a:ext>
            </a:extLst>
          </p:cNvPr>
          <p:cNvSpPr/>
          <p:nvPr/>
        </p:nvSpPr>
        <p:spPr>
          <a:xfrm>
            <a:off x="5770000" y="227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76" name="Kaart 2 kop">
            <a:extLst>
              <a:ext uri="{FF2B5EF4-FFF2-40B4-BE49-F238E27FC236}">
                <a16:creationId xmlns:a16="http://schemas.microsoft.com/office/drawing/2014/main" id="{B507AB55-9B18-46DC-DFBE-E3EA8A3E186E}"/>
              </a:ext>
            </a:extLst>
          </p:cNvPr>
          <p:cNvSpPr txBox="1"/>
          <p:nvPr/>
        </p:nvSpPr>
        <p:spPr>
          <a:xfrm>
            <a:off x="5980000" y="216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Spanbeoordeling Herstel</a:t>
            </a:r>
          </a:p>
        </p:txBody>
      </p:sp>
      <p:sp>
        <p:nvSpPr>
          <p:cNvPr id="277" name="Kaart 2 teks">
            <a:extLst>
              <a:ext uri="{FF2B5EF4-FFF2-40B4-BE49-F238E27FC236}">
                <a16:creationId xmlns:a16="http://schemas.microsoft.com/office/drawing/2014/main" id="{6D68284F-40BB-3513-91EA-CC705BC80A2E}"/>
              </a:ext>
            </a:extLst>
          </p:cNvPr>
          <p:cNvSpPr txBox="1"/>
          <p:nvPr/>
        </p:nvSpPr>
        <p:spPr>
          <a:xfrm>
            <a:off x="5770000" y="259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Gradering werk nou ook in die App. "Voltooide jagte" tel nou afgehandelde jagte akkuraat op die profiel.</a:t>
            </a:r>
          </a:p>
        </p:txBody>
      </p:sp>
      <p:sp>
        <p:nvSpPr>
          <p:cNvPr id="278" name="Skermkapturing 1">
            <a:extLst>
              <a:ext uri="{FF2B5EF4-FFF2-40B4-BE49-F238E27FC236}">
                <a16:creationId xmlns:a16="http://schemas.microsoft.com/office/drawing/2014/main" id="{2115023A-F2E6-98EF-0888-2C4995F5A29C}"/>
              </a:ext>
            </a:extLst>
          </p:cNvPr>
          <p:cNvSpPr/>
          <p:nvPr/>
        </p:nvSpPr>
        <p:spPr>
          <a:xfrm>
            <a:off x="5600000" y="3820000"/>
            <a:ext cx="2975000" cy="24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9" name="Skermkapturing 2">
            <a:extLst>
              <a:ext uri="{FF2B5EF4-FFF2-40B4-BE49-F238E27FC236}">
                <a16:creationId xmlns:a16="http://schemas.microsoft.com/office/drawing/2014/main" id="{377FE44A-B8C7-7E20-8E4D-F8F2403B7717}"/>
              </a:ext>
            </a:extLst>
          </p:cNvPr>
          <p:cNvSpPr/>
          <p:nvPr/>
        </p:nvSpPr>
        <p:spPr>
          <a:xfrm>
            <a:off x="8725000" y="3820000"/>
            <a:ext cx="2975000" cy="24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3869A2-69BE-62AF-8D74-5ADCE6C86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000" y="3832000"/>
            <a:ext cx="1129516" cy="241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4080D1-3B5C-24A9-5B7D-6F9C35235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13" y="0"/>
            <a:ext cx="32035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509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000">
        <p159:morph option="byObject"/>
      </p:transition>
    </mc:Choice>
    <mc:Fallback xmlns="">
      <p:transition spd="slow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91589E-91A3-EC6D-95FB-A4E1A9311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5CABB81-7E27-13E0-C810-4FA9A2A4D95F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398D6B1E-CFCC-92FF-B1B8-94A574271220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D2AE29FC-C3C3-7FF5-84F4-5FB1B25B9BBF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8" name="Kicker">
            <a:extLst>
              <a:ext uri="{FF2B5EF4-FFF2-40B4-BE49-F238E27FC236}">
                <a16:creationId xmlns:a16="http://schemas.microsoft.com/office/drawing/2014/main" id="{0DBBC63D-D62A-4B46-AE5D-3F49432310C9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7</a:t>
            </a:r>
          </a:p>
        </p:txBody>
      </p:sp>
      <p:sp>
        <p:nvSpPr>
          <p:cNvPr id="269" name="Titel">
            <a:extLst>
              <a:ext uri="{FF2B5EF4-FFF2-40B4-BE49-F238E27FC236}">
                <a16:creationId xmlns:a16="http://schemas.microsoft.com/office/drawing/2014/main" id="{4F8B3D67-DB62-AC2B-D87A-A28E7A15E7D6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Trofee-indiening &amp; Gradering</a:t>
            </a:r>
          </a:p>
        </p:txBody>
      </p:sp>
      <p:sp>
        <p:nvSpPr>
          <p:cNvPr id="270" name="Kaart 1">
            <a:extLst>
              <a:ext uri="{FF2B5EF4-FFF2-40B4-BE49-F238E27FC236}">
                <a16:creationId xmlns:a16="http://schemas.microsoft.com/office/drawing/2014/main" id="{F655C092-E4A0-BDC0-5541-25BEEF8C3582}"/>
              </a:ext>
            </a:extLst>
          </p:cNvPr>
          <p:cNvSpPr/>
          <p:nvPr/>
        </p:nvSpPr>
        <p:spPr>
          <a:xfrm>
            <a:off x="5600000" y="620000"/>
            <a:ext cx="6100000" cy="13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71" name="Kaart 1 punt">
            <a:extLst>
              <a:ext uri="{FF2B5EF4-FFF2-40B4-BE49-F238E27FC236}">
                <a16:creationId xmlns:a16="http://schemas.microsoft.com/office/drawing/2014/main" id="{67DE0BB9-A220-D847-6051-B5C0CB06B754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72" name="Kaart 1 kop">
            <a:extLst>
              <a:ext uri="{FF2B5EF4-FFF2-40B4-BE49-F238E27FC236}">
                <a16:creationId xmlns:a16="http://schemas.microsoft.com/office/drawing/2014/main" id="{B4CCC737-6C64-8605-0A77-7204A32B9B61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Trofeevloei</a:t>
            </a:r>
          </a:p>
        </p:txBody>
      </p:sp>
      <p:sp>
        <p:nvSpPr>
          <p:cNvPr id="273" name="Kaart 1 teks">
            <a:extLst>
              <a:ext uri="{FF2B5EF4-FFF2-40B4-BE49-F238E27FC236}">
                <a16:creationId xmlns:a16="http://schemas.microsoft.com/office/drawing/2014/main" id="{D957CF88-2FB4-748B-0859-2E8A552BF17C}"/>
              </a:ext>
            </a:extLst>
          </p:cNvPr>
          <p:cNvSpPr txBox="1"/>
          <p:nvPr/>
        </p:nvSpPr>
        <p:spPr>
          <a:xfrm>
            <a:off x="5770000" y="1140000"/>
            <a:ext cx="576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Indiening → PH vra regstelling → Herindien → Goedgekeur in Trofeekamer.</a:t>
            </a:r>
          </a:p>
        </p:txBody>
      </p:sp>
      <p:sp>
        <p:nvSpPr>
          <p:cNvPr id="274" name="Kaart 2">
            <a:extLst>
              <a:ext uri="{FF2B5EF4-FFF2-40B4-BE49-F238E27FC236}">
                <a16:creationId xmlns:a16="http://schemas.microsoft.com/office/drawing/2014/main" id="{9C808340-DD44-A336-AE27-CFBFD40BB3E7}"/>
              </a:ext>
            </a:extLst>
          </p:cNvPr>
          <p:cNvSpPr/>
          <p:nvPr/>
        </p:nvSpPr>
        <p:spPr>
          <a:xfrm>
            <a:off x="5600000" y="207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75" name="Kaart 2 punt">
            <a:extLst>
              <a:ext uri="{FF2B5EF4-FFF2-40B4-BE49-F238E27FC236}">
                <a16:creationId xmlns:a16="http://schemas.microsoft.com/office/drawing/2014/main" id="{F3CA9D53-57AD-ACE4-0A1E-981EA315A0B1}"/>
              </a:ext>
            </a:extLst>
          </p:cNvPr>
          <p:cNvSpPr/>
          <p:nvPr/>
        </p:nvSpPr>
        <p:spPr>
          <a:xfrm>
            <a:off x="5770000" y="227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76" name="Kaart 2 kop">
            <a:extLst>
              <a:ext uri="{FF2B5EF4-FFF2-40B4-BE49-F238E27FC236}">
                <a16:creationId xmlns:a16="http://schemas.microsoft.com/office/drawing/2014/main" id="{B24DE365-2912-68D1-61A1-EC3475BD975C}"/>
              </a:ext>
            </a:extLst>
          </p:cNvPr>
          <p:cNvSpPr txBox="1"/>
          <p:nvPr/>
        </p:nvSpPr>
        <p:spPr>
          <a:xfrm>
            <a:off x="5980000" y="216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Spanbeoordeling Herstel</a:t>
            </a:r>
          </a:p>
        </p:txBody>
      </p:sp>
      <p:sp>
        <p:nvSpPr>
          <p:cNvPr id="277" name="Kaart 2 teks">
            <a:extLst>
              <a:ext uri="{FF2B5EF4-FFF2-40B4-BE49-F238E27FC236}">
                <a16:creationId xmlns:a16="http://schemas.microsoft.com/office/drawing/2014/main" id="{1CB0346C-4B7F-674C-78AA-8879550CBFD8}"/>
              </a:ext>
            </a:extLst>
          </p:cNvPr>
          <p:cNvSpPr txBox="1"/>
          <p:nvPr/>
        </p:nvSpPr>
        <p:spPr>
          <a:xfrm>
            <a:off x="5770000" y="259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Gradering werk nou ook in die App. "Voltooide jagte" tel nou afgehandelde jagte akkuraat op die profiel.</a:t>
            </a:r>
          </a:p>
        </p:txBody>
      </p:sp>
      <p:sp>
        <p:nvSpPr>
          <p:cNvPr id="278" name="Skermkapturing 1">
            <a:extLst>
              <a:ext uri="{FF2B5EF4-FFF2-40B4-BE49-F238E27FC236}">
                <a16:creationId xmlns:a16="http://schemas.microsoft.com/office/drawing/2014/main" id="{EAEA6C30-5BEB-2E57-5908-3F66969980AD}"/>
              </a:ext>
            </a:extLst>
          </p:cNvPr>
          <p:cNvSpPr/>
          <p:nvPr/>
        </p:nvSpPr>
        <p:spPr>
          <a:xfrm>
            <a:off x="5600000" y="3820000"/>
            <a:ext cx="2975000" cy="24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9" name="Skermkapturing 2">
            <a:extLst>
              <a:ext uri="{FF2B5EF4-FFF2-40B4-BE49-F238E27FC236}">
                <a16:creationId xmlns:a16="http://schemas.microsoft.com/office/drawing/2014/main" id="{3245719C-DFE3-6035-C608-64D7A965EBEC}"/>
              </a:ext>
            </a:extLst>
          </p:cNvPr>
          <p:cNvSpPr/>
          <p:nvPr/>
        </p:nvSpPr>
        <p:spPr>
          <a:xfrm>
            <a:off x="8725000" y="3820000"/>
            <a:ext cx="2975000" cy="24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687DE1-F9BA-8787-9497-D7339FF3F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000" y="3832000"/>
            <a:ext cx="1129516" cy="241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BF3CD2-AC7A-7EF8-4DF5-B5396A7CD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680" y="3832000"/>
            <a:ext cx="1135121" cy="243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B313CC-B5DB-3D4B-EC1C-61ADEB7D5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00" y="-1"/>
            <a:ext cx="31498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350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000">
        <p159:morph option="byObject"/>
      </p:transition>
    </mc:Choice>
    <mc:Fallback xmlns="">
      <p:transition spd="slow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11CC98-5B78-994F-D94E-1AC08F8C2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2646A8B-88CB-B3AF-110B-DB6DB63912DE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97A01BC9-B513-22D3-B5BD-CCF546D7AEFC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0F29DF25-09C6-DDA7-4AFD-5F2121AA2C21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8" name="Kicker">
            <a:extLst>
              <a:ext uri="{FF2B5EF4-FFF2-40B4-BE49-F238E27FC236}">
                <a16:creationId xmlns:a16="http://schemas.microsoft.com/office/drawing/2014/main" id="{07273F96-1415-9A7D-4EE5-19FB3E5C65FB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7</a:t>
            </a:r>
          </a:p>
        </p:txBody>
      </p:sp>
      <p:sp>
        <p:nvSpPr>
          <p:cNvPr id="269" name="Titel">
            <a:extLst>
              <a:ext uri="{FF2B5EF4-FFF2-40B4-BE49-F238E27FC236}">
                <a16:creationId xmlns:a16="http://schemas.microsoft.com/office/drawing/2014/main" id="{6608CE79-474D-BAC2-3D0C-9380FE93CF30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30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Trofee-indiening &amp; Gradering</a:t>
            </a:r>
          </a:p>
        </p:txBody>
      </p:sp>
      <p:sp>
        <p:nvSpPr>
          <p:cNvPr id="270" name="Kaart 1">
            <a:extLst>
              <a:ext uri="{FF2B5EF4-FFF2-40B4-BE49-F238E27FC236}">
                <a16:creationId xmlns:a16="http://schemas.microsoft.com/office/drawing/2014/main" id="{4256B000-CAFA-4BAF-236B-7C8EC020EBD7}"/>
              </a:ext>
            </a:extLst>
          </p:cNvPr>
          <p:cNvSpPr/>
          <p:nvPr/>
        </p:nvSpPr>
        <p:spPr>
          <a:xfrm>
            <a:off x="5600000" y="620000"/>
            <a:ext cx="6100000" cy="13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71" name="Kaart 1 punt">
            <a:extLst>
              <a:ext uri="{FF2B5EF4-FFF2-40B4-BE49-F238E27FC236}">
                <a16:creationId xmlns:a16="http://schemas.microsoft.com/office/drawing/2014/main" id="{4E4F00B3-EF82-3EAB-CB75-48CEB0818C82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72" name="Kaart 1 kop">
            <a:extLst>
              <a:ext uri="{FF2B5EF4-FFF2-40B4-BE49-F238E27FC236}">
                <a16:creationId xmlns:a16="http://schemas.microsoft.com/office/drawing/2014/main" id="{E8977113-9916-1A91-90CA-A1C9AFC64FAC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Trofeevloei</a:t>
            </a:r>
          </a:p>
        </p:txBody>
      </p:sp>
      <p:sp>
        <p:nvSpPr>
          <p:cNvPr id="273" name="Kaart 1 teks">
            <a:extLst>
              <a:ext uri="{FF2B5EF4-FFF2-40B4-BE49-F238E27FC236}">
                <a16:creationId xmlns:a16="http://schemas.microsoft.com/office/drawing/2014/main" id="{3C1E2814-DBA0-DC3B-849F-E4AFB688D7E1}"/>
              </a:ext>
            </a:extLst>
          </p:cNvPr>
          <p:cNvSpPr txBox="1"/>
          <p:nvPr/>
        </p:nvSpPr>
        <p:spPr>
          <a:xfrm>
            <a:off x="5770000" y="1140000"/>
            <a:ext cx="576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Indiening → PH vra regstelling → Herindien → Goedgekeur in Trofeekamer.</a:t>
            </a:r>
          </a:p>
        </p:txBody>
      </p:sp>
      <p:sp>
        <p:nvSpPr>
          <p:cNvPr id="274" name="Kaart 2">
            <a:extLst>
              <a:ext uri="{FF2B5EF4-FFF2-40B4-BE49-F238E27FC236}">
                <a16:creationId xmlns:a16="http://schemas.microsoft.com/office/drawing/2014/main" id="{9B4D83BA-1A1A-A453-1F9A-7809B02BD763}"/>
              </a:ext>
            </a:extLst>
          </p:cNvPr>
          <p:cNvSpPr/>
          <p:nvPr/>
        </p:nvSpPr>
        <p:spPr>
          <a:xfrm>
            <a:off x="5600000" y="2070000"/>
            <a:ext cx="6100000" cy="15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75" name="Kaart 2 punt">
            <a:extLst>
              <a:ext uri="{FF2B5EF4-FFF2-40B4-BE49-F238E27FC236}">
                <a16:creationId xmlns:a16="http://schemas.microsoft.com/office/drawing/2014/main" id="{FC917A5A-8BEE-E00C-E033-7483584151EC}"/>
              </a:ext>
            </a:extLst>
          </p:cNvPr>
          <p:cNvSpPr/>
          <p:nvPr/>
        </p:nvSpPr>
        <p:spPr>
          <a:xfrm>
            <a:off x="5770000" y="227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76" name="Kaart 2 kop">
            <a:extLst>
              <a:ext uri="{FF2B5EF4-FFF2-40B4-BE49-F238E27FC236}">
                <a16:creationId xmlns:a16="http://schemas.microsoft.com/office/drawing/2014/main" id="{00D33A22-930D-AFF2-F7F0-29F5B706C4A5}"/>
              </a:ext>
            </a:extLst>
          </p:cNvPr>
          <p:cNvSpPr txBox="1"/>
          <p:nvPr/>
        </p:nvSpPr>
        <p:spPr>
          <a:xfrm>
            <a:off x="5980000" y="216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Spanbeoordeling Herstel</a:t>
            </a:r>
          </a:p>
        </p:txBody>
      </p:sp>
      <p:sp>
        <p:nvSpPr>
          <p:cNvPr id="277" name="Kaart 2 teks">
            <a:extLst>
              <a:ext uri="{FF2B5EF4-FFF2-40B4-BE49-F238E27FC236}">
                <a16:creationId xmlns:a16="http://schemas.microsoft.com/office/drawing/2014/main" id="{5D4025E9-9CD6-3DF3-44E2-A98398F4D29C}"/>
              </a:ext>
            </a:extLst>
          </p:cNvPr>
          <p:cNvSpPr txBox="1"/>
          <p:nvPr/>
        </p:nvSpPr>
        <p:spPr>
          <a:xfrm>
            <a:off x="5770000" y="2590000"/>
            <a:ext cx="576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Gradering werk nou ook in die App. "Voltooide jagte" tel nou afgehandelde jagte akkuraat op die profiel.</a:t>
            </a:r>
          </a:p>
        </p:txBody>
      </p:sp>
      <p:sp>
        <p:nvSpPr>
          <p:cNvPr id="278" name="Skermkapturing 1">
            <a:extLst>
              <a:ext uri="{FF2B5EF4-FFF2-40B4-BE49-F238E27FC236}">
                <a16:creationId xmlns:a16="http://schemas.microsoft.com/office/drawing/2014/main" id="{15975BDA-A298-597A-A067-DDBE96D63B53}"/>
              </a:ext>
            </a:extLst>
          </p:cNvPr>
          <p:cNvSpPr/>
          <p:nvPr/>
        </p:nvSpPr>
        <p:spPr>
          <a:xfrm>
            <a:off x="5600000" y="3820000"/>
            <a:ext cx="2975000" cy="24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9" name="Skermkapturing 2">
            <a:extLst>
              <a:ext uri="{FF2B5EF4-FFF2-40B4-BE49-F238E27FC236}">
                <a16:creationId xmlns:a16="http://schemas.microsoft.com/office/drawing/2014/main" id="{667CC066-19F9-37B8-25AA-DBB0CC8993CE}"/>
              </a:ext>
            </a:extLst>
          </p:cNvPr>
          <p:cNvSpPr/>
          <p:nvPr/>
        </p:nvSpPr>
        <p:spPr>
          <a:xfrm>
            <a:off x="8725000" y="3820000"/>
            <a:ext cx="2975000" cy="24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BD9B43-6C43-4303-D71D-64CEA442D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000" y="3832000"/>
            <a:ext cx="1129516" cy="241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A9367E-F069-2DED-A7D2-2A47645B3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680" y="3832000"/>
            <a:ext cx="1135121" cy="243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3C6CD4-F6DA-08AE-FE1F-789D41BAF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8164" y="3820000"/>
            <a:ext cx="1116088" cy="243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15A223-80AF-38DC-C7DA-CFF4EA528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026" y="-1"/>
            <a:ext cx="32136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407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000">
        <p159:morph option="byObject"/>
      </p:transition>
    </mc:Choice>
    <mc:Fallback xmlns="">
      <p:transition spd="slow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/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0" name="Kicker"/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8 · ADMIN &amp; VEILIGHEID</a:t>
            </a:r>
          </a:p>
        </p:txBody>
      </p:sp>
      <p:sp>
        <p:nvSpPr>
          <p:cNvPr id="281" name="Titel"/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28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Adminbeheer, Foutbestendigheid &amp; API</a:t>
            </a:r>
          </a:p>
        </p:txBody>
      </p:sp>
      <p:sp>
        <p:nvSpPr>
          <p:cNvPr id="282" name="Kaart 1"/>
          <p:cNvSpPr/>
          <p:nvPr/>
        </p:nvSpPr>
        <p:spPr>
          <a:xfrm>
            <a:off x="5600000" y="620000"/>
            <a:ext cx="6100000" cy="16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83" name="Kaart 1 punt"/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84" name="Kaart 1 kop"/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Admin Beheer</a:t>
            </a:r>
          </a:p>
        </p:txBody>
      </p:sp>
      <p:sp>
        <p:nvSpPr>
          <p:cNvPr id="285" name="Kaart 1 teks"/>
          <p:cNvSpPr txBox="1"/>
          <p:nvPr/>
        </p:nvSpPr>
        <p:spPr>
          <a:xfrm>
            <a:off x="5770000" y="1140000"/>
            <a:ext cx="5760000" cy="10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Admin kan homself nie meer per ongeluk skors nie. 557 uit 557 API endpoints herstel sonder enige bedienerfoute.</a:t>
            </a:r>
          </a:p>
        </p:txBody>
      </p:sp>
      <p:sp>
        <p:nvSpPr>
          <p:cNvPr id="286" name="Skermkapturing 1"/>
          <p:cNvSpPr/>
          <p:nvPr/>
        </p:nvSpPr>
        <p:spPr>
          <a:xfrm>
            <a:off x="5600000" y="2520000"/>
            <a:ext cx="6100000" cy="37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9000">
        <p:fade/>
      </p:transition>
    </mc:Choice>
    <mc:Fallback xmlns="">
      <p:transition spd="med" advTm="900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729B3B-EA99-1856-404B-DFC431DC2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0B200C3-2716-CE4C-09F6-61B7D3E1A1F7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35575B78-7499-1AEE-9C2B-A13AE0EE57C1}"/>
              </a:ext>
            </a:extLst>
          </p:cNvPr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>
            <a:extLst>
              <a:ext uri="{FF2B5EF4-FFF2-40B4-BE49-F238E27FC236}">
                <a16:creationId xmlns:a16="http://schemas.microsoft.com/office/drawing/2014/main" id="{840C1B6F-72DC-8D1A-58FB-641EB8FBD8A0}"/>
              </a:ext>
            </a:extLst>
          </p:cNvPr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0" name="Kicker">
            <a:extLst>
              <a:ext uri="{FF2B5EF4-FFF2-40B4-BE49-F238E27FC236}">
                <a16:creationId xmlns:a16="http://schemas.microsoft.com/office/drawing/2014/main" id="{F8A89B7D-3D38-4B5B-A144-BDCD5444382C}"/>
              </a:ext>
            </a:extLst>
          </p:cNvPr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SCENARIO DEEL 8 · ADMIN &amp; VEILIGHEID</a:t>
            </a:r>
          </a:p>
        </p:txBody>
      </p:sp>
      <p:sp>
        <p:nvSpPr>
          <p:cNvPr id="281" name="Titel">
            <a:extLst>
              <a:ext uri="{FF2B5EF4-FFF2-40B4-BE49-F238E27FC236}">
                <a16:creationId xmlns:a16="http://schemas.microsoft.com/office/drawing/2014/main" id="{5ECFA7A5-F800-E827-C330-871C1AEC3199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28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Adminbeheer, Foutbestendigheid &amp; API</a:t>
            </a:r>
          </a:p>
        </p:txBody>
      </p:sp>
      <p:sp>
        <p:nvSpPr>
          <p:cNvPr id="282" name="Kaart 1">
            <a:extLst>
              <a:ext uri="{FF2B5EF4-FFF2-40B4-BE49-F238E27FC236}">
                <a16:creationId xmlns:a16="http://schemas.microsoft.com/office/drawing/2014/main" id="{DD64B541-753F-7FDB-ED54-136FE2A90452}"/>
              </a:ext>
            </a:extLst>
          </p:cNvPr>
          <p:cNvSpPr/>
          <p:nvPr/>
        </p:nvSpPr>
        <p:spPr>
          <a:xfrm>
            <a:off x="5600000" y="620000"/>
            <a:ext cx="6100000" cy="165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83" name="Kaart 1 punt">
            <a:extLst>
              <a:ext uri="{FF2B5EF4-FFF2-40B4-BE49-F238E27FC236}">
                <a16:creationId xmlns:a16="http://schemas.microsoft.com/office/drawing/2014/main" id="{D77FE442-0B90-44E6-33F8-29DC6E290FA8}"/>
              </a:ext>
            </a:extLst>
          </p:cNvPr>
          <p:cNvSpPr/>
          <p:nvPr/>
        </p:nvSpPr>
        <p:spPr>
          <a:xfrm>
            <a:off x="5770000" y="82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84" name="Kaart 1 kop">
            <a:extLst>
              <a:ext uri="{FF2B5EF4-FFF2-40B4-BE49-F238E27FC236}">
                <a16:creationId xmlns:a16="http://schemas.microsoft.com/office/drawing/2014/main" id="{67B72679-CD48-BC11-ADB3-50E447FEF4AC}"/>
              </a:ext>
            </a:extLst>
          </p:cNvPr>
          <p:cNvSpPr txBox="1"/>
          <p:nvPr/>
        </p:nvSpPr>
        <p:spPr>
          <a:xfrm>
            <a:off x="5980000" y="71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Admin Beheer</a:t>
            </a:r>
          </a:p>
        </p:txBody>
      </p:sp>
      <p:sp>
        <p:nvSpPr>
          <p:cNvPr id="285" name="Kaart 1 teks">
            <a:extLst>
              <a:ext uri="{FF2B5EF4-FFF2-40B4-BE49-F238E27FC236}">
                <a16:creationId xmlns:a16="http://schemas.microsoft.com/office/drawing/2014/main" id="{87143604-5A90-60F8-054A-F043A57946C3}"/>
              </a:ext>
            </a:extLst>
          </p:cNvPr>
          <p:cNvSpPr txBox="1"/>
          <p:nvPr/>
        </p:nvSpPr>
        <p:spPr>
          <a:xfrm>
            <a:off x="5770000" y="1140000"/>
            <a:ext cx="5760000" cy="10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Admin kan homself nie meer per ongeluk skors nie. 557 uit 557 API endpoints herstel sonder enige bedienerfoute.</a:t>
            </a:r>
          </a:p>
        </p:txBody>
      </p:sp>
      <p:sp>
        <p:nvSpPr>
          <p:cNvPr id="286" name="Skermkapturing 1">
            <a:extLst>
              <a:ext uri="{FF2B5EF4-FFF2-40B4-BE49-F238E27FC236}">
                <a16:creationId xmlns:a16="http://schemas.microsoft.com/office/drawing/2014/main" id="{482851B6-8AA4-B3E6-065D-67C511B883A3}"/>
              </a:ext>
            </a:extLst>
          </p:cNvPr>
          <p:cNvSpPr/>
          <p:nvPr/>
        </p:nvSpPr>
        <p:spPr>
          <a:xfrm>
            <a:off x="5600000" y="2520000"/>
            <a:ext cx="6100000" cy="3730000"/>
          </a:xfrm>
          <a:prstGeom prst="roundRect">
            <a:avLst>
              <a:gd name="adj" fmla="val 5000"/>
            </a:avLst>
          </a:prstGeom>
          <a:solidFill>
            <a:srgbClr val="FFFFFF">
              <a:alpha val="35000"/>
            </a:srgbClr>
          </a:solidFill>
          <a:ln w="15875">
            <a:solidFill>
              <a:schemeClr val="accent6"/>
            </a:solidFill>
            <a:prstDash val="dash"/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af-ZA" sz="1200" b="0" i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6CE344-CB0B-BC1E-BBF0-597C19570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525" y="0"/>
            <a:ext cx="5314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7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9000">
        <p:fade/>
      </p:transition>
    </mc:Choice>
    <mc:Fallback xmlns="">
      <p:transition spd="med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25000">
              <a:srgbClr val="F7E7CC"/>
            </a:gs>
            <a:gs pos="86000">
              <a:srgbClr val="F7E7CC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955963" y="-703625"/>
            <a:ext cx="4023359" cy="8265249"/>
          </a:xfrm>
          <a:prstGeom prst="arc">
            <a:avLst>
              <a:gd name="adj1" fmla="val 16230300"/>
              <a:gd name="adj2" fmla="val 5381006"/>
            </a:avLst>
          </a:prstGeom>
          <a:noFill/>
          <a:ln w="50800" cap="flat" cmpd="thickThin">
            <a:solidFill>
              <a:schemeClr val="accent6">
                <a:alpha val="8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af-ZA" sz="18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/>
          <p:cNvCxnSpPr/>
          <p:nvPr/>
        </p:nvCxnSpPr>
        <p:spPr>
          <a:xfrm>
            <a:off x="477981" y="4558416"/>
            <a:ext cx="4023360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7" name="Kicker"/>
          <p:cNvSpPr txBox="1"/>
          <p:nvPr/>
        </p:nvSpPr>
        <p:spPr>
          <a:xfrm>
            <a:off x="477981" y="780000"/>
            <a:ext cx="402336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200" b="1" i="0" dirty="0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VRAE &amp; ANTWOORDE </a:t>
            </a:r>
          </a:p>
        </p:txBody>
      </p:sp>
      <p:sp>
        <p:nvSpPr>
          <p:cNvPr id="288" name="Titel"/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wrap="square" lIns="0" tIns="45700" rIns="0" bIns="4570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4400" b="0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Baie Dankie!</a:t>
            </a:r>
          </a:p>
        </p:txBody>
      </p:sp>
      <p:sp>
        <p:nvSpPr>
          <p:cNvPr id="289" name="Vrae"/>
          <p:cNvSpPr/>
          <p:nvPr/>
        </p:nvSpPr>
        <p:spPr>
          <a:xfrm>
            <a:off x="5600000" y="1500000"/>
            <a:ext cx="6100000" cy="1900000"/>
          </a:xfrm>
          <a:prstGeom prst="roundRect">
            <a:avLst>
              <a:gd name="adj" fmla="val 6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90" name="Vrae punt"/>
          <p:cNvSpPr/>
          <p:nvPr/>
        </p:nvSpPr>
        <p:spPr>
          <a:xfrm>
            <a:off x="5770000" y="1700000"/>
            <a:ext cx="150000" cy="150000"/>
          </a:xfrm>
          <a:prstGeom prst="ellipse">
            <a:avLst/>
          </a:prstGeom>
          <a:solidFill>
            <a:srgbClr val="4EA72E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endParaRPr lang="af-ZA"/>
          </a:p>
        </p:txBody>
      </p:sp>
      <p:sp>
        <p:nvSpPr>
          <p:cNvPr id="291" name="Vrae kop"/>
          <p:cNvSpPr txBox="1"/>
          <p:nvPr/>
        </p:nvSpPr>
        <p:spPr>
          <a:xfrm>
            <a:off x="5980000" y="1590000"/>
            <a:ext cx="562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7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Vrae &amp; Bespreking</a:t>
            </a:r>
          </a:p>
        </p:txBody>
      </p:sp>
      <p:sp>
        <p:nvSpPr>
          <p:cNvPr id="292" name="Vrae teks"/>
          <p:cNvSpPr txBox="1"/>
          <p:nvPr/>
        </p:nvSpPr>
        <p:spPr>
          <a:xfrm>
            <a:off x="5770000" y="2020000"/>
            <a:ext cx="5760000" cy="1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Alle kode, dokumentasie (PDF) en PPT is op GitLab </a:t>
            </a:r>
            <a:r>
              <a:rPr lang="af-ZA" sz="1400" b="0" i="0" dirty="0" err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Release</a:t>
            </a:r>
            <a:r>
              <a:rPr lang="af-ZA" sz="14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en Die Spens ingedien.</a:t>
            </a:r>
          </a:p>
        </p:txBody>
      </p:sp>
      <p:sp>
        <p:nvSpPr>
          <p:cNvPr id="293" name="Slagspreuk"/>
          <p:cNvSpPr/>
          <p:nvPr/>
        </p:nvSpPr>
        <p:spPr>
          <a:xfrm>
            <a:off x="5600000" y="3650000"/>
            <a:ext cx="6100000" cy="1300000"/>
          </a:xfrm>
          <a:prstGeom prst="roundRect">
            <a:avLst>
              <a:gd name="adj" fmla="val 8000"/>
            </a:avLst>
          </a:prstGeom>
          <a:solidFill>
            <a:srgbClr val="FFFFFF">
              <a:alpha val="62000"/>
            </a:srgbClr>
          </a:solidFill>
          <a:ln w="15875">
            <a:solidFill>
              <a:schemeClr val="accent6"/>
            </a:solidFill>
          </a:ln>
        </p:spPr>
        <p:txBody>
          <a:bodyPr wrap="square" lIns="137160" tIns="91440" rIns="13716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af-ZA" sz="2200" b="1" i="0" dirty="0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"MikPunt: Skiet Net Die Ding"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f-ZA" sz="1600" b="0" i="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Kode-X 2026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</TotalTime>
  <Words>1580</Words>
  <Application>Microsoft Office PowerPoint</Application>
  <PresentationFormat>Widescreen</PresentationFormat>
  <Paragraphs>196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Helgard Oosthuysen</dc:creator>
  <cp:lastModifiedBy>Trevan Lang</cp:lastModifiedBy>
  <cp:revision>9</cp:revision>
  <dcterms:created xsi:type="dcterms:W3CDTF">2026-05-06T09:09:00Z</dcterms:created>
  <dcterms:modified xsi:type="dcterms:W3CDTF">2026-10-13T21:09:15Z</dcterms:modified>
</cp:coreProperties>
</file>